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ink/ink2.xml" ContentType="application/inkml+xml"/>
  <Override PartName="/ppt/ink/ink3.xml" ContentType="application/inkml+xml"/>
  <Override PartName="/ppt/notesSlides/notesSlide9.xml" ContentType="application/vnd.openxmlformats-officedocument.presentationml.notesSlide+xml"/>
  <Override PartName="/ppt/ink/ink4.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5.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embedTrueTypeFonts="1" saveSubsetFonts="1" autoCompressPictures="0">
  <p:sldMasterIdLst>
    <p:sldMasterId id="2147483648" r:id="rId1"/>
  </p:sldMasterIdLst>
  <p:notesMasterIdLst>
    <p:notesMasterId r:id="rId17"/>
  </p:notesMasterIdLst>
  <p:handoutMasterIdLst>
    <p:handoutMasterId r:id="rId18"/>
  </p:handoutMasterIdLst>
  <p:sldIdLst>
    <p:sldId id="256" r:id="rId2"/>
    <p:sldId id="257" r:id="rId3"/>
    <p:sldId id="305" r:id="rId4"/>
    <p:sldId id="314" r:id="rId5"/>
    <p:sldId id="329" r:id="rId6"/>
    <p:sldId id="335" r:id="rId7"/>
    <p:sldId id="306" r:id="rId8"/>
    <p:sldId id="330" r:id="rId9"/>
    <p:sldId id="332" r:id="rId10"/>
    <p:sldId id="331" r:id="rId11"/>
    <p:sldId id="315" r:id="rId12"/>
    <p:sldId id="333" r:id="rId13"/>
    <p:sldId id="334" r:id="rId14"/>
    <p:sldId id="311" r:id="rId15"/>
    <p:sldId id="328" r:id="rId16"/>
  </p:sldIdLst>
  <p:sldSz cx="9144000" cy="6858000" type="screen4x3"/>
  <p:notesSz cx="9144000" cy="6858000"/>
  <p:embeddedFontLst>
    <p:embeddedFont>
      <p:font typeface="Bookman Old Style" panose="02050604050505020204" pitchFamily="18" charset="0"/>
      <p:regular r:id="rId19"/>
      <p:bold r:id="rId20"/>
      <p:italic r:id="rId21"/>
      <p:boldItalic r:id="rId22"/>
    </p:embeddedFont>
    <p:embeddedFont>
      <p:font typeface="Cambria" panose="02040503050406030204" pitchFamily="18" charset="0"/>
      <p:regular r:id="rId23"/>
      <p:bold r:id="rId24"/>
      <p:italic r:id="rId25"/>
      <p:boldItalic r:id="rId26"/>
    </p:embeddedFont>
    <p:embeddedFont>
      <p:font typeface="Gill Sans" panose="020B0604020202020204" charset="0"/>
      <p:regular r:id="rId27"/>
      <p:bold r:id="rId28"/>
    </p:embeddedFont>
    <p:embeddedFont>
      <p:font typeface="Noto Sans Symbols" panose="020B0604020202020204" charset="0"/>
      <p:regular r:id="rId29"/>
      <p:bold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239ED4F1-FE1E-44B1-BE91-DC33C456D893}">
          <p14:sldIdLst>
            <p14:sldId id="256"/>
            <p14:sldId id="257"/>
          </p14:sldIdLst>
        </p14:section>
        <p14:section name="Getting Started" id="{DE395549-2AA2-4D32-BEEC-8BC76B620180}">
          <p14:sldIdLst>
            <p14:sldId id="305"/>
            <p14:sldId id="314"/>
            <p14:sldId id="329"/>
          </p14:sldIdLst>
        </p14:section>
        <p14:section name="Fundamentals" id="{311EEC78-3BDD-4F8C-AF8E-F1696CC6520F}">
          <p14:sldIdLst>
            <p14:sldId id="335"/>
            <p14:sldId id="306"/>
            <p14:sldId id="330"/>
            <p14:sldId id="332"/>
          </p14:sldIdLst>
        </p14:section>
        <p14:section name="Primitives" id="{DE019968-2623-4E4E-A9C6-B0D78D73C522}">
          <p14:sldIdLst>
            <p14:sldId id="331"/>
            <p14:sldId id="315"/>
            <p14:sldId id="333"/>
            <p14:sldId id="334"/>
          </p14:sldIdLst>
        </p14:section>
        <p14:section name="Hands-On Activity" id="{A49C58CE-F582-470E-B612-9F0144A65D26}">
          <p14:sldIdLst>
            <p14:sldId id="311"/>
            <p14:sldId id="32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5" roundtripDataSignature="AMtx7mjnchW9jt+BL3pINn0mejfXPXn+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762" autoAdjust="0"/>
  </p:normalViewPr>
  <p:slideViewPr>
    <p:cSldViewPr snapToGrid="0">
      <p:cViewPr varScale="1">
        <p:scale>
          <a:sx n="82" d="100"/>
          <a:sy n="82" d="100"/>
        </p:scale>
        <p:origin x="2448" y="48"/>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160"/>
        <p:guide pos="288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handoutMaster" Target="handoutMasters/handout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89"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8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 Id="rId85" Type="http://customschemas.google.com/relationships/presentationmetadata" Target="meta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8A2F5A-9F1B-30A6-80F4-591D08EAA051}"/>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74AAFEF-0F92-B29C-A70E-9B38CAC8102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C5083AF9-D621-4D22-98A6-93B8FF1F7E4E}" type="datetimeFigureOut">
              <a:rPr lang="en-US" smtClean="0"/>
              <a:t>3/13/2026</a:t>
            </a:fld>
            <a:endParaRPr lang="en-US"/>
          </a:p>
        </p:txBody>
      </p:sp>
      <p:sp>
        <p:nvSpPr>
          <p:cNvPr id="4" name="Footer Placeholder 3">
            <a:extLst>
              <a:ext uri="{FF2B5EF4-FFF2-40B4-BE49-F238E27FC236}">
                <a16:creationId xmlns:a16="http://schemas.microsoft.com/office/drawing/2014/main" id="{D4BFC9CD-7A76-FF4C-55C9-F3320699CA31}"/>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B17BA-4A78-1B00-E7C8-F1AA7868591D}"/>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420507B4-17AC-41E1-9E22-695C1E9AA8BC}" type="slidenum">
              <a:rPr lang="en-US" smtClean="0"/>
              <a:t>‹#›</a:t>
            </a:fld>
            <a:endParaRPr lang="en-US"/>
          </a:p>
        </p:txBody>
      </p:sp>
    </p:spTree>
    <p:extLst>
      <p:ext uri="{BB962C8B-B14F-4D97-AF65-F5344CB8AC3E}">
        <p14:creationId xmlns:p14="http://schemas.microsoft.com/office/powerpoint/2010/main" val="2429863254"/>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ax="3840" units="cm"/>
          <inkml:channel name="Y" type="integer" max="2400" units="cm"/>
          <inkml:channel name="T" type="integer" max="2.14748E9" units="dev"/>
        </inkml:traceFormat>
        <inkml:channelProperties>
          <inkml:channelProperty channel="X" name="resolution" value="111.62791" units="1/cm"/>
          <inkml:channelProperty channel="Y" name="resolution" value="111.62791" units="1/cm"/>
          <inkml:channelProperty channel="T" name="resolution" value="1" units="1/dev"/>
        </inkml:channelProperties>
      </inkml:inkSource>
      <inkml:timestamp xml:id="ts0" timeString="2026-03-13T03:17:19.343"/>
    </inkml:context>
    <inkml:brush xml:id="br0">
      <inkml:brushProperty name="width" value="0.05292" units="cm"/>
      <inkml:brushProperty name="height" value="0.05292" units="cm"/>
      <inkml:brushProperty name="color" value="#FF0000"/>
    </inkml:brush>
  </inkml:definitions>
  <inkml:trace contextRef="#ctx0" brushRef="#br0">6723 8178 0,'-94'0'203,"-31"0"-187,0-21-16,10 21 15,-10 0-15,10 0 0,-52 21 16,73-21-16,-21 0 16,31 0-16,22 21 15,-53-21-15,42 21 16,-42 0-16,21 0 15,31-1-15,1 1 0,-1 0 16,0 0-16,22-21 16,-1 21-16,-21 0 15,22 0-15,-1 0 16,31 0-16,-30-1 16,9-9-16,11 10 0,1-21 15,-12 21-15,11-11 16,11-10-16,-11 21 15,0 0-15,11-21 16,-11 10-16,10-10 0,-10 21 16,11-21-16,-32 21 15,21-10-15,11-11 16,-32 0-16,32 20 16,-32-9-16,32-11 15,-11 21-15,10-21 0,-10 21 16,-10-21-16,10 10 15,0 11 1,11-21-16,-11 0 16,11 10-16,-11-10 15,0 21-15,21 0 16,-11-10 0,11 10-1,-21-21-15,21 10 16,0 11-16,11 0 15,-11-11 1,10 11-16,-10-10 16,0 9-16,21 1 0,0-10 15,-10 10-15,-11-11 16,41 11-16,-30 0 16,31 10-16,-32-10 15,53 0-15,-22 21 16,1-21-16,0 20 0,20-20 15,1 21-15,31-21 16,-10 0-16,20 31 16,-20-31-16,9 0 15,1 31-15,32-52 16,-43 21-16,53 0 0,-53-21 16,1 21-16,10-21 15,-11 0-15,32 0 16,-21 0-16,-10 0 15,-22-11-15,32 11 0,-10 0 16,-21-21-16,30 21 16,-9-20-16,10-1 15,-11 21-15,-20-21 16,10 0-16,-21 21 16,-10-21-16,21 0 0,-1 21 15,-20-21-15,0 21 16,21 0-16,-22-21 15,22 21-15,-32 0 16,11-21-16,21 21 0,-22 0 16,22 0-16,0-20 15,-32 20-15,32 0 16,-1-21-16,-20 21 16,21 0-16,-21 0 15,20 0-15,-31-21 0,11 21 16,0 0-16,-11 0 15,-10 0-15,31-21 16,-10 21-16,0-21 16,-11 11-16,11 10 0,-21-21 15,10 0-15,-10 21 16,-11-11-16,32-10 16,-31 21-16,10-41 15,-1 30-15,-9 11 0,10-21 16,0-10-16,0-11 15,-11 21 1,-10-10 0,21 31-16,-21-21 15,0 11-15,0-11 0,0 0 16,-11 10-16,11-30 16,-10 30-16,-11-10 15,21 11-15,-21-11 16,-10-10-16,10 31 0,0-42 15,-10 21-15,-11 0 16,21 11-16,-10-11 16,-11 0-16,0 0 15,1 0-15,-1 0 16,31 11-16,-30-11 0,9 0 16,-9 0-16,20 21 15,-11-21-15,11 11 16,-10 10-16,-11-21 15,1 21-15,-1-21 0,31 21 16,-30-21-16,9 21 16,-9-21-16,-1 0 15,0 21-15,-21 0 16,32-21-16,-11 1 16,-20 20-16,20-11 0,-21 11 15,22 0-15,-22-31 16,0 31-16,-20 0 15,20-21-15,0 21 16,1 0-16,-1 0 0,1 0 16,-1 0-16,21 0 15,11 0-15,-32 0 16,21 0-16,11 0 16,-11 0-16,1-11 0,30 11 15,-10 0-15,0 0 16,11 0-16,-11 0 15,11 0 1,-11 0 0,0 0-1,10 0 17,-9 0-1</inkml:trace>
  <inkml:trace contextRef="#ctx0" brushRef="#br0" timeOffset="1939.22">6201 8136 0,'11'-21'328,"10"-10"-297,20-53-31,1 43 0,-42 20 0,31-11 16,-31 12-16,42-12 16,-21 11-16,-11 0 15,11 11-15,-10-11 0,-11-10 16,21 31-16,0-21 15,-21 10-15,10-9 16,11 9-16,-11-10 16,-10 0-16,21 11 0,-10 10 15,9-21-15,1-10 16,-10 31-16,-11-21 16,21 0-16,0 10 15,-11-9-15,11 9 16,-11-10-1,11 21-15,0-10 16,-21-11-16,11 21 16,9-21-16,-9 11 15,10-11-15,0 21 16,-11-11 0,11-10-16,-11 21 15,-10-21 1,21 21-16,-21-10 0,11 10 15,10-21-15,-1 21 16,-9-10 0,10-11 15,-11 21-31,11-21 16,0 21-16,-11-11 15,11 11 1,-10 0-16,10-20 15,10 20-15,-10 0 0,0-11 16,10 11-16,11-21 16,-32 21-16,32 0 15,0-21-15,20 21 16,-30-21-16,30 21 0,1 0 16,10-20-16,-42 20 15,53 0-15,-21 0 16,-1 0-16,32 0 15,-31-21-15,20 21 16,-20 0-16,0 0 0,-1 0 16,1 0-16,-1 10 15,1-10-15,-21 0 16,20 0-16,-20 0 16,-10 0-16,9 0 15,-30 11-15,31-11 0,20 0 16,-31 20-16,-10-20 15,32 0-15,-33 21 16,12-21-16,10 0 16,-1 21-16,-30-21 0,30 21 15,-20-21-15,11 0 16,-11 11-16,10 9 16,11-20-16,-32 21 15,53-21-15,-53 11 0,32 10 16,-11-21-16,11 21 15,0-21-15,-11 20 16,11 1-16,0-21 16,-32 11-16,32-11 15,0 21-15,-32-21 0,32 21 16,0-1-16,-11-20 16,-10 11-16,-11-11 15,11 0-15,0 0 16,-11 21-16,11-21 15,-10 0 1,10 0-16,-21 21 16,20-21-1,-9 0 17</inkml:trace>
  <inkml:trace contextRef="#ctx0" brushRef="#br0" timeOffset="3147.4">9939 7374 0,'-21'0'500,"21"-11"-485,-11 11 16,11-21 16,-21 21 0,21-10-16,-20 10-15,9 0-16,11-21 16,-21 21-16,11-21 15,-11 21 1,21-10-16,-21 10 0,11-21 16,-11 10-16,10 11 15,-10-20 1,1 20-1,20-21-15,-11 21 16,-10 0-16,21-11 16,-10 11-16</inkml:trace>
  <inkml:trace contextRef="#ctx0" brushRef="#br0" timeOffset="4777.93">9866 7510 0,'0'10'297,"-32"11"-235,-30 62-62,41-83 0,10 0 0,11 21 16,-21-21 0,1 11-1,9-11 16,-10 0 16,11 0 47,10 21-78,-21-21-1,10 0 63</inkml:trace>
  <inkml:trace contextRef="#ctx0" brushRef="#br0" timeOffset="11680.51">12194 7186 0,'114'0'297,"43"0"-265,240 0-32,-241 0 0,1 0 15,0 0-15,-32 0 0,31 0 16,-30 0-16,72 0 15,-41 0-15,-42 0 16,10 0-16,-42 0 16,11 0-16,21 0 15,-52 0-15,20 0 0,11 0 16,-31 0-16,0 0 16,-32 0-16,31 0 15,-20 0-15,-10 0 16,9 0-16,-30 0 0,31 0 15,-32 0-15,32 0 16,-32 0-16,11 0 16,0 0-16,-11 0 15,32 0-15,-31 0 0,9 0 16,12 0-16,10 0 16,-32 0-1,11 0-15,10 0 16,11 0-1,-11 0-15,-10 0 0,0 0 16,10 0-16,-10 0 16,-10 0-16,30 0 15,-30 0-15,31 0 16,-11 0-16,-10 0 0,10 0 16,11 0-16,-32 0 15,11 0-15,-10 0 16,9 10-16,12-10 15,-11 0-15,0 0 16,-11 0-16,11 0 16,-11 0-16,11 0 15,0 0 1,-10 0-16,9 0 16,-9 0-16,10 0 0,0 0 15,10 0-15,-10 0 16,10 0-16,-10 0 15,31 0-15,-10 21 16,-32-21-16,53 0 16,-32 0-16,11 0 0,-11 0 15,11 0-15,-21 0 16,31 0-16,-31 0 16,10 0-16,-10 0 15,11 0-15,9 0 0,-30 0 16,10 0-16,10 0 15,-10 0-15,-11 0 16,11 0-16,-10 0 16,10 0-1,-1 0-15,-9 0 16,10 0-16,-11 0 16,11 0-1,0 0-15,-11 0 16,11 0-16,-10 0 15,10 0-15,0 0 16,-11 0 0,11 0-16,-11 0 15,11 0-15,0 0 16,-11 0-16,11 0 16,-10 0-16,10 0 31,0 0-31,-11 0 15,11 0 64,-11 0-48,11 0-16,-10 0 1,-11-10 0,21 10-16,-1 0 15,-9 0 1,10 0 0,-11 0-1,11 0 16</inkml:trace>
  <inkml:trace contextRef="#ctx0" brushRef="#br0" timeOffset="14352.74">17403 6904 0,'11'10'453,"-1"11"-422,11-21-15,-21 11 15,10 9 125,11-9-140,-10 10-1,-11 0 1,21-11 0,-1 11 15,-20-11-16,11-10-15,-11 21 32,0 0-1,21-21-15,-21 11-1,10-11 1,11 21 46,-21-11 1,21-10-32,-21 21-15,0-11 77,0 11-77,10-21 0,-10 21-16,21-10 15,-21 9 1,0-9 0,11 10-16,-11 0 0,0-11 15,0 11-15,0-11 16,0 11-16,0 11 15,0-11-15,0-1 16,0-9-16,0 10 16,0-11-16,0 11 15,0 0 1,0-11-16,0 11 16,-21-21-1,21 11-15,0 10 16,-11-21-16,11 21 15,0-11 17,-21 11-17,1-11 63,9 11-15</inkml:trace>
  <inkml:trace contextRef="#ctx0" brushRef="#br0" timeOffset="17038.05">18186 6601 0,'-73'-42'281,"-63"-10"-249,-292-84-32,303 115 0,-11-31 15,53 31-15,-84-41 16,73 41-16,-42-32 16,53 53-16,-11-52 15,10 52-15,-10-21 16,31 0-16,-31 1 0,32 20 15,-1-21-15,1 21 16,-1-21-16,0 21 16,-31-21-16,32 21 15,-1 0-15,0 0 0,32-21 16,-11 21-16,1-21 16,-22 21-16,32 0 15,-11 0-15,11 0 16,-11 0-16,0-21 15,11 21-15,-11 0 0,0 0 16,11-21-16,10 21 16,-10 0-16,-11 0 15,0 0-15,11 0 16,10 0-16,-10 0 0,10 0 16,10 0-16,-10 0 15,1 0-15,-12 0 16,11 0-16,11 0 15,-11 0-15,11 0 16,-11 0 0,10 0-1,-10 0 17,1 0-17,9 0 16,-10 0 1,11 0-17,-11 0 1,0 0 15,11 0-31,-11 0 16,10 0-1,-10 0 1,0 0-16,11 0 16,-11 0-16,11 0 15,-11 0 1,0 0-16,11-10 16,-11 10-16,10 0 15,-10 0-15,0 0 16,-10 0-16,10 0 0,11 0 15,-22 0-15,-9 0 16,20 0-16,-10 0 16,-11 0-16,10-21 15,-9 21-15,-1 0 0,11 0 16,-11 0-16,11 0 16,-11 0-16,0 0 15,11-21-15,-11 21 16,0 0-16,32 0 15,-32 0-15,32 0 0,-22 0 16,-10 0-16,22-21 16,-12 21-16,11 0 15,11 0-15,-11 0 16,11 0-16,-11 0 0,-11 0 16,12 0-16,-1 0 15,10 0-15,-10 0 16,11 0-1,-11 0-15,0 0 16,11 0-16,-11 0 16,10 0-1,-9 0-15,20-10 16,-21 10-16,10 0 16,-10 0-16,11 0 15,10-21 1,-21 21-16,11 0 15,-11 0 1,0 0 0,10 0 15,-10 0 16,21-21 0</inkml:trace>
  <inkml:trace contextRef="#ctx0" brushRef="#br0" timeOffset="18581.78">13091 5755 0,'11'0'797,"-1"0"-782,-10-10 16,21 10-15,0 0 15,-21-21-31,11 21 32,9 0-1,-20-11 0,11 11-15,10 0-1,-21-21 17,10 21-17,11 0 16,0 0 1,-21-21-32,10 21 31,-10-10 0,21-11 32</inkml:trace>
  <inkml:trace contextRef="#ctx0" brushRef="#br0" timeOffset="21192.58">13029 5755 0,'21'0'656,"-21"10"-625,21-10-31,-21 21 16,10-21-16,11 11 31,-11 10-15,11-11-1,0 11 17,-10 0-1,-11-11-15,20-10-1,-9 21 16,10-10 1,-11-11-1,-10 21-31,21-1 47,0-9-16,-11 10 0,11-11 16,-10 11 16</inkml:trace>
  <inkml:trace contextRef="#ctx0" brushRef="#br0" timeOffset="198885.34">6671 8251 0,'0'52'313,"10"63"-282,11 136-31,0-188 0,-21-1 16,0 1-16,0 0 15,0-1-15,0-20 0,0-11 16,0 11-16,0 0 16,0-11-16,0-10 15,0 10-15,0-10 16,0 11-16,0-11 0,0-11 16,0 11-16,0-11 15,0 11 1,0 0-1,0-10 1,0 9 0,0-9-1,0-32 63,0 11-62</inkml:trace>
  <inkml:trace contextRef="#ctx0" brushRef="#br0" timeOffset="200411.25">5585 8408 0,'0'52'141,"0"42"-141,0-10 15,0-22-15,0-30 16,0 9-16,-21-20 0,21-10 16,0 30-16,0-30 15,0 10-15,0-11 16,0 11 0,0 0-16,0-11 15,0 11 16,0-10-15,0 10 0,0 0-1</inkml:trace>
  <inkml:trace contextRef="#ctx0" brushRef="#br0" timeOffset="-207372.44">7579 16053 0,'63'0'172,"52"0"-125,490 94-47,-511-94 0,-31 21 15,52-21-15,-53 21 0,1-21 16,0 0-16,31 21 15,-32-1-15,-30-20 16,9 0-16,1 0 16,-11 21-16,11-21 0,0 21 15,-11-21-15,11 0 16,0 0-16,-11 21 16,-10-21-16,21 21 15,-11-21-15,-10 10 16,-11-10-16,11 0 0,-10 0 15,10 0-15,-1 0 16,-9 0-16,10 0 16,-11 0 15,11 0-15,0 0-1,-32 0 126,-9 0-126</inkml:trace>
  <inkml:trace contextRef="#ctx0" brushRef="#br0" timeOffset="-205532.83">12308 16377 0,'147'0'172,"51"21"-94,1190 177-78,-1304-167 0,-21-31 0,31 0 16,-32 0-16,1 0 0,-32 0 15,11 0-15,-11 0 16,11 0-16,0 0 16,-32 0-16,11 0 15,-10 0-15,30 0 0,-30 0 16,10 0 0,-11 0-16,11 0 15,0 0-15,-11-10 16,11 10-1,-10 0 1,9 0 0,1 0-1,-10 0 1,10 0 15,-21-21 79,-11 21-110,1-11 15</inkml:trace>
  <inkml:trace contextRef="#ctx0" brushRef="#br0" timeOffset="-96249.98">14334 6340 0</inkml:trace>
</inkml:ink>
</file>

<file path=ppt/ink/ink2.xml><?xml version="1.0" encoding="utf-8"?>
<inkml:ink xmlns:inkml="http://www.w3.org/2003/InkML">
  <inkml:definitions>
    <inkml:context xml:id="ctx0">
      <inkml:inkSource xml:id="inkSrc0">
        <inkml:traceFormat>
          <inkml:channel name="X" type="integer" max="5120" units="cm"/>
          <inkml:channel name="Y" type="integer" max="2400" units="cm"/>
          <inkml:channel name="T" type="integer" max="2.14748E9" units="dev"/>
        </inkml:traceFormat>
        <inkml:channelProperties>
          <inkml:channelProperty channel="X" name="resolution" value="148.8372" units="1/cm"/>
          <inkml:channelProperty channel="Y" name="resolution" value="111.62791" units="1/cm"/>
          <inkml:channelProperty channel="T" name="resolution" value="1" units="1/dev"/>
        </inkml:channelProperties>
      </inkml:inkSource>
      <inkml:timestamp xml:id="ts0" timeString="2026-03-10T01:38:00.774"/>
    </inkml:context>
    <inkml:brush xml:id="br0">
      <inkml:brushProperty name="width" value="0.05292" units="cm"/>
      <inkml:brushProperty name="height" value="0.05292" units="cm"/>
      <inkml:brushProperty name="color" value="#FF0000"/>
    </inkml:brush>
  </inkml:definitions>
  <inkml:trace contextRef="#ctx0" brushRef="#br0">11024 7687 0,'11'0'62,"51"0"-46,1-21-16,-21 11 15,21 10-15,-32 0 16,0-21 0,-20 21-16</inkml:trace>
  <inkml:trace contextRef="#ctx0" brushRef="#br0" timeOffset="909.35">12183 7760 0,'11'0'62,"-1"0"-62,11 0 0,94 0 16,-32 11-16,63-11 15,126 21-15,-74-21 16,136 0 0,126 0-16,51 0 15,-260 0-15,125 0 16,-178 0-16,53 0 16,-168 0-16,-41 0 15,-21 0 32,-11 0-31,1-11-1,-1 11-15,0 0 47,1 0-47,-1 0 0,22 0 16,-22 0-16,1 0 15</inkml:trace>
  <inkml:trace contextRef="#ctx0" brushRef="#br0" timeOffset="1864.35">1848 8387 0,'10'0'46,"42"0"-46,32 0 16,52 0-16,146 0 16,-95 0-16,168-31 15,53 10 1,166 21-16,-271-21 16,114 21-16,-219-32 15,-20 12-15,-168 20 16</inkml:trace>
  <inkml:trace contextRef="#ctx0" brushRef="#br0" timeOffset="2676.19">5805 8178 0,'10'0'63,"0"0"-63,11 0 47,-10 0-47,-1 0 0,32 0 15,-21 0 1,31 10-16,-31 1 15,52 10-15,-31-11 16,-11 11-16,73-10 16,-62-11-16,94 0 15,-73 0 1,-1 0-16</inkml:trace>
  <inkml:trace contextRef="#ctx0" brushRef="#br0" timeOffset="3455.12">7277 8262 0,'10'0'78,"21"0"-78,11 0 15,21 0 1,20 0-16,32 0 16,21 0-16,-105 0 15,188 0-15,-31 0 16,-73 0-16,0 0 16,-105 0-16</inkml:trace>
  <inkml:trace contextRef="#ctx0" brushRef="#br0" timeOffset="29904.3">11484 7102 0,'0'-21'94,"-21"21"-79,10 0 1,1 0-16,-11 0 16,-10 11-1,-1-1-15,22 22 16,-63 20-16,0 21 16,0 0-1,0-21-15,41 0 0,-20-20 16,42-1-1,10-20-15,0-1 32,0 0-17,0 1-15,0-1 16,0 11 0,0-10-1,10-11-15,22 21 16,-1-1-16,-10-9 15,10-1-15,0 22 16,11-1-16,31-10 16,-10-21-1,-21 0-15,41 0 16,1 0-16,-43-11 16,-41-9-16,0 9 15,0-20-15,0-11 16,-31-31-16,10 10 15,-10 21 1,20-10-16,11 10 16,0 11-16,0 21 15</inkml:trace>
  <inkml:trace contextRef="#ctx0" brushRef="#br0" timeOffset="35913.47">20337 11959 0,'10'0'93,"1"0"-93,9 0 0,33 0 16,-12 0-16,-9 0 16,9 0-1,-20 0-15,32 0 16,-33 0-16,43 0 15,0 0-15,-22 0 16,-9 0-16,-22 0 16,1 0 234,-1 0-219,11 0-15,-11 0-1,1-21-15,-1 21 16,1 0-16,-11-11 15,10 11-15</inkml:trace>
  <inkml:trace contextRef="#ctx0" brushRef="#br0" timeOffset="47599.85">21328 10591 0,'0'10'62,"0"11"-62,-20 62 0,20-20 0,0-11 16,0 32 0,0-21-16,0-1 15,0 1-15,10-21 16,-10-11-16,0-10 15,10 31-15,-10-41 16,0-1 0,0 32 140,0-32-156,0 11 0,0 21 16,0-11-1,21 1-15</inkml:trace>
  <inkml:trace contextRef="#ctx0" brushRef="#br0" timeOffset="49443.41">19919 9818 0,'21'0'109,"-11"0"-109,63 31 0,-20-20 16,51 9-16,-41 1 15,31-10-15,-53 10 16,22-11 0,-11 11-16,-10-11 15,-11-10-15,11 21 16,0-21-16,-11 0 16,-10 0-16,31 0 15,-31 0 1,10 0-16,-10 0 15,11 0-15,30 0 16,-20 0-16,0 0 16,10 0-16,-10 11 15,-32-11 1,32 0-16,-11 0 16,-20 10-16</inkml:trace>
  <inkml:trace contextRef="#ctx0" brushRef="#br0" timeOffset="57219.59">19293 9880 0,'0'-10'78,"-94"-126"-78,62 105 0,22 31 16,-21-31-16,10 20 16,10 11-1,-10 0-15,11 0 16,-32-21-16,32 21 15,-32 0 1,-62-10-16,20 10 16,22 0-16,20 0 15,-10 0-15,31 0 16,-11 0-16,-51 0 16,20 21-16,-31 0 15,-52 20 1,73-9-16,52-22 15,0 21-15,11 1 16,10-11-16,0 10 16,0-21-16,0 1 15,0-1 1,0 1 0,0 10-1,0-11-15,62 32 16,12 10-16,19 11 15,33-22 1,-11-20-16,31 21 16,-11-42-16,-20 0 15,-52 0-15,73 0 16,-21-10-16,-53-11 16,-20 10-1,10-20-15,-21 10 16,-20 11-16,10-1 15,10 1-15,-20 10 16,-1-21-16,-10 11 78,0-1-78,0 1 0,10-1 16,-10 1-1,0-1 1,0-10-16,0 1 16,21-12-1,-21 22-15</inkml:trace>
  <inkml:trace contextRef="#ctx0" brushRef="#br0" timeOffset="59068.81">17758 9839 0,'-10'-11'78,"-63"-20"-78,31 20 0,-21 11 16,1-20-16,9 20 16,-51-11-16,-126-20 15,-114 10-15,-63-10 16,-126-1-16,-615-83 16,386 42-16,-554-63 15,1 53 1,344 10-16,94 0 15,230 0-15,20 41 16,345 32-16,32-21 16,187 21-16,53 0 15,-1 0 79,-30 0-78,9 0-16,-9 0 15,-64 0-15,-10 11 16,-31-11-16,31 0 16,-52 0-16,84 0 15,72-11-15,-10 1 16,-10-21-1,0-1-15,10 11 16,0 0-16,11 11 16,10-11-16,-21 11 15,10-1-15,1-10 16,10 11 0,-11-1-16,1 1 15,0 0-15,-1-22 16,-20 22-16,-1-1 15,-51-10-15,31 1 16,10-12 0,32 32-1,10-10 17</inkml:trace>
  <inkml:trace contextRef="#ctx0" brushRef="#br0" timeOffset="59469.95">6243 8575 0,'0'10'79,"0"22"-79,0-22 15,-10 21-15,-11-20 16,21-1-16,-11 11 15,43-63 110,-32 32-125</inkml:trace>
  <inkml:trace contextRef="#ctx0" brushRef="#br0" timeOffset="59981.58">6253 8627 0,'11'0'94,"10"0"-79,10 0-15,32 0 16,-1-21-16,32 21 15,-52 0-15,0 0 16,-11 0-16</inkml:trace>
  <inkml:trace contextRef="#ctx0" brushRef="#br0" timeOffset="61511.68">19898 8846 0,'-31'-20'16,"0"9"-16,10-10 0,-11 11 16,22-1-16,-63-10 15,42 11 1,-11 10-16,10 0 16,-9 0-16,-1 0 31,-52 21-31,73-21 0,0 10 15,0 11-15,11-10 47,10-1-47,-11 1 16,11-1-16,-20 21 16,9 11-16,11-11 15,0-20 1,0-1-16,0 1 15,0-1 1,0 1-16,21 20 16,21 0-16,10 11 15,-10-11 1,52 11-16,-53-31 16,85 10-16,20-21 15,-83 0-15,83-74 16,-73 43-16,-63 21 15,1-1-15,-1 1 16,-10-1 31,0-20-47,0-11 16,0 11-16,0 20 31,0 1-16</inkml:trace>
  <inkml:trace contextRef="#ctx0" brushRef="#br0" timeOffset="63218.51">19251 8773 0,'-21'0'125,"-21"11"-125,-10-11 16,-73 10-16,-94-10 15,20 0-15,-312 32 16,-53-32-16,42 0 16,-334 41-16,177-41 15,1 0-15,-398 0 16,774 0-1,-252-21-15,85-10 16,103 10-16,147-31 16,104 52-16,52-10 15,11-11-15,31 21 16,11 0 0,0 0-16,-11-11 15,0 11-15,-21 0 16,-10 0-16,-11 0 15,42 0-15,-10 0 16,-11 0 0,11 0-16,-42 0 15,21 0-15,-11 0 32,0 0-32,-20 0 15,20 0-15,1 0 16,51-10-16,-41 10 15,21-11 1,-1-10-16,22 21 16,-1 0-1,1-10-15,-11 10 32,0 0-32,-104-10 15,62 10-15,-20 0 16,-63 0-16,31-21 15,52 21-15,-62-21 16,0 0-16,72 21 16,-41-21-1,53 21-15,30-10 78,-20 10-62,-53 0-16,-20 0 16,-11 0-16,52 0 15,1 0-15,51 0 16,1 0-16</inkml:trace>
  <inkml:trace contextRef="#ctx0" brushRef="#br0" timeOffset="63633.62">9020 8533 0,'0'-10'79,"0"-1"-79,0 1 15,0-1-15,10-10 31,1 11-31,-1 0 16,22-1 0,-22 1-16,-10-1 31,0 32 16,0-10-47,0-1 15,0 11 17</inkml:trace>
  <inkml:trace contextRef="#ctx0" brushRef="#br0" timeOffset="64337.61">8968 8523 0,'0'10'94,"0"1"-94,42 20 16,-11 0-16,-10-20 15,10 10-15,0-11 16,-20 0 0,-1-10-1,1 0-15,-1 11 16</inkml:trace>
  <inkml:trace contextRef="#ctx0" brushRef="#br0" timeOffset="72675.07">4635 8993 0,'0'-11'31,"-10"-31"-15,-53 11-16,21 21 0,-62-11 15,10 0-15,31 10 16,-31 11-16,32-20 16,41 20-1,-31 0-15,41 0 32,-10 0-17,-10 0-15,-11 0 16,-20 0-16,-1 0 31,-41 10-31,10 11 0,0 0 16,31-21-16,42 0 15,21 10 1,-10-10 15,-1 0-31,-51 0 16,41 11-16,-10-11 15,20 0-15,1 0 16,10 10-16,-11-10 16,-10 0-1,0 11 1,-20-11-16,9 20 16,-51-9-16,52 10 15,-11-11-15,21-10 16,10 11-16,1-11 78,10 21-78,-10-21 16,10 10-1,0 0 1,-11-10-16,11 21 15,-10-10 1,-11 20-16,10 0 16,1-10-1,10 0 1,0-10-16,0 10 16,0 10-1,31 11-15,-20-32 16,-1 21-16,11-31 15,0 21-15,10-21 16,11 21-16,-11-10 16,32-11-1,-21 0-15,-11 0 16,32 0-16,-42 0 16,20 0-16,-9 0 15,30 0-15,22 0 16,31 0-1,-53 0-15,64 0 16,20-21-16,-84 0 16,-9 21-16,-33 0 15,-9 0-15,-1 0 16,22 0 0,-22 0-16,42 0 15,11 0-15,-1-21 16,53 21-16,-62-10 15,-33 10-15,12 0 16,-11 0 0,-11 0-16,0 0 15,11 0 1,-10-11-16,10 1 16,-11-11-16,21 10 15,-20 1-15,-11-1 16,10 11-1,-10-10 1,0 0-16,0-1 16,11-31-16,10-20 15,-21 41-15,10-21 16,1 32 0,-11-1-16,20 1 15,-20-1 63,0 1-78,-10-1 16,0 1 0,10-11-16,-11 21 15,11-10-15,-10 10 16,10-11-16,-11 1 15,1 10-15,-1-11 16,-20 1 0</inkml:trace>
  <inkml:trace contextRef="#ctx0" brushRef="#br0" timeOffset="86522.19">1702 12878 0</inkml:trace>
  <inkml:trace contextRef="#ctx0" brushRef="#br0" timeOffset="88464.9">1702 13024 0</inkml:trace>
  <inkml:trace contextRef="#ctx0" brushRef="#br0" timeOffset="89444.78">1775 12909 0,'-21'0'94,"0"0"-94,0 0 15,11 0 1,-22 0-16,22 0 16,-1 0-1,1 11-15,-21 20 16,20-21-16,1 11 16,-42 32-1,31-22-15,0 11 16,10 20-16,-9-51 15,20 10-15,0 0 16,0-11 31</inkml:trace>
  <inkml:trace contextRef="#ctx0" brushRef="#br0" timeOffset="90879.1">6775 15646 0,'0'31'32,"42"94"-32,-31-62 15,-11-11-15,0 11 16,0-1-16,0 1 15,-21-21-15,0-11 16,0 1 0,11-12-16,10 1 15,-11-21 1,11-10 78,0-11-94,0 11 15</inkml:trace>
  <inkml:trace contextRef="#ctx0" brushRef="#br0" timeOffset="92485.43">1848 12679 0,'-31'0'16,"10"0"-16,-11 11 16,-30-1-16,9 11 15,33 11-15,-1-22 16,10 11 0,1 10-16,10-20 15,-11 20-15,11-21 16,-20 1-16,20 10 15,-11 10-15,1 0 32,10-20-32,-21 10 15,21 10-15,-11 11 16,11-11-16,0 1 16,0-12-16,0-9 15,0 20 1,0-20-16,0-1 15,0 1 48,0-1-16,11 0 15,-1 1-30</inkml:trace>
  <inkml:trace contextRef="#ctx0" brushRef="#br0" timeOffset="97618.74">10200 13358 0,'41'-10'109,"-9"10"-93,30-21-16,-20 21 16,42 0-16,30 0 15,-30 0-15,62 0 16,-62 0-16,-22 0 15,1 0-15,0 10 16,-1-10-16,-20 11 16,10-11-16,11 21 15,-21-21 1,-11 0 0,-10 10-16,0-10 0,-11 0 15,1 0 1,-1 0-16,0 0 15,1 0 1,20 0-16,-10 0 16,-10 0-16,9 0 15,-9 0-15,10 0 16,-11 0-16,1 0 16,20 0-16,-10 0 15,10 0-15,-10 0 16,10 0-16,1 0 15,-22 0-15</inkml:trace>
  <inkml:trace contextRef="#ctx0" brushRef="#br0" timeOffset="101754.66">11713 12721 0,'-31'0'0,"-73"0"16,62 0-16,-21 0 16,-83 21-16,84 0 15,-1-11-15,-83 11 16,83-21-16,0 0 15,1 21 1,-137 0-16,137-21 16,10 11-16,10 9 15,-73 33-15,105-43 16,-11 11-16,-11-11 16,22 1-16,-1-11 15,1 31 1,-11-31-16,11 11 15,-1-1-15,1-10 16,-21 11-16,20 20 16,-72 0-16,51 1 15,1-22-15,0 11 16,-1 10-16,32-20 16,-10-11-16,10 10 31,0 1 31,0-1-62,0 0 32,0 11-17,21 0-15,-11-21 16,1 31-16,20-20 15,0-1-15,-10-10 16,73 42-16,52 0 16,21-21-16,84 21 15,-105-22 1,52-20-16,-93 0 16,-43 0-16,22 0 15,-32 0-15,-10 0 16,-11 0-1,32-20-15,-21 9 16,20-10-16,11 11 16,-10-11-16,0 10 15,-32-9-15,-10 20 16,10-11-16,-20 1 16,-1 10-16,0-32 15,43 1 1,-12 0-16,-9 20 15,20-10-15,-42 1 16,-10-1 31,0 10-47,0 1 0,0-11 16,0 10-16,-10-20 15,10 10-15,-31-31 16,-1 42-16,1-22 15,-63-41-15,63 63 16,-32-32 0,53 31-16,-22 1 15,22 10-15,10-10 94,-11 10-94,1-11 0,0 11 16,-1 0-1,11-10-15</inkml:trace>
  <inkml:trace contextRef="#ctx0" brushRef="#br0" timeOffset="103780.16">12068 14058 0,'21'0'94,"42"0"-79,-11 0-15,73 10 16,22-10-1,20 0-15,135 0 16,-82 0-16,51 0 16,11-10-16,-32-11 15,32-10-15,-167 10 16,-104 21 0,-1 0 15,0 0-31,22 0 15,10-11-15,20 11 16,-10-10 0,-31 10-16,11 0 31,-22 0-31,0 0 16,1 0-16,-1 0 15,1 0-15,51 0 16,-20-21-16,63 0 15,-43 21 1,-10-10-16,-31 10 16,-10 0 62,-11-11 47</inkml:trace>
  <inkml:trace contextRef="#ctx0" brushRef="#br0" timeOffset="115772.78">4573 14559 0,'0'-10'62,"10"10"-31,11 0-31,10 0 16,53 0 0,-42 0-16,-1 21 15,95-11-15,-73-10 16,114 21-16,42 0 15,-72-21-15,20 0 16,0 0-16,0 0 16,-32 0-16,11 0 15,-83 0 1,-21 0-16,-32 0 16,1 0-1,-1 0 1,1 0-16,30 0 15,-30 0 1,31 0-16,-11 0 16,-21 0-16,1 0 15,-1 0-15,1 0 16,20 0 0,-31-10-16,42 10 15,-21 0 1,10-11-16,-10 11 15,0 0-15,0 0 16,10 0-16,-21 0 16,32 0-16,-21 0 15,21 0 1,-21 0-16,-11 0 16,1 0 109,-1 0-125,0 0 15,1 0 1,20 0-16,-20 0 15,-1 0-15,0-10 16,11 10-16,11 0 16,-1-21-1,-10 21-15,-11 0 16,11 0-16,0 0 16,-10 0-16,-1 0 15,0 0 1,11 0 15,-10 0-15,-1-11-16,11 11 15,-11 0-15,-10-10 16</inkml:trace>
  <inkml:trace contextRef="#ctx0" brushRef="#br0" timeOffset="117061.56">7485 14048 0,'-10'-11'0,"-1"11"15,1-10-15,0 10 16,-22-21-16,22 21 15,-1-11 1,1 11-16,-1 0 16,1-10-16,0-1 15,-22 11-15,-9-10 16,-12-11-16,-51 0 16,62 21-1,-94-10-15,1 10 16,-11 0-16,31-21 15,73 21-15,-42 0 16,22 0-16,30 0 16,-9 0-1,9 0-15,12 31 16,-1 11-16,10-21 16,11 10-16,-10-10 15,10 0-15,0-11 16,-11 22-16,-10-22 15,21 11 1,0-10-16,-10 51 16,0 1-16,10 0 15,0-22-15,0 1 16,0 10-16,20 11 16,-9-32-1,20-10-15,1 11 16,-22-22-16,32 21 15,20 1-15,32 9 16,52-20-16,-31 0 16,31-21-16,-104 0 15,84-31 1,-1-32-16,-73 53 31,11-63-31,-11 20 16,-42 33-16,42-33 15,22-20-15,-43 42 16,21-21 0,-31 31-16,-21 0 31,0 10-15,0 1-16,-10-11 15,10 0 1,-11 11-16,11-1 15,-10-10-15,10 11 16,-11-11-16,11 11 16,-21-1-16,21 1 15,0-1 1,-10 11 0</inkml:trace>
  <inkml:trace contextRef="#ctx0" brushRef="#br0" timeOffset="119630.97">8112 14518 0,'10'0'125,"21"0"-125,-10 0 16,63 0-16,-53 0 15,11 0 1,83 0-1,-73 0-15,-10 0 0,0 0 16,52 10-16,-52-10 16,-21 0-16,10 10 15,0-10-15,11 0 32,-21 0-32,0 0 0,0 0 15,-11 0-15,0 0 16,1 0 31,10 0-47,0 0 0,-11 0 15,21 0-15,-20 0 16,-1-10-16,1 10 16,-1 0 15,1 0-16,-1-10-15,11 10 32</inkml:trace>
  <inkml:trace contextRef="#ctx0" brushRef="#br0" timeOffset="120911.65">10273 14528 0,'10'0'94,"1"10"-94,30 1 16,43 10-16,62 21 15,0-1-15,53 1 16,30 0-16,-114-21 15,136 10 1,-105-31-16,42 0 16,-126 0-16,1 0 15,-53 0 63,-10-10-78,11 10 16,-11-11-16</inkml:trace>
  <inkml:trace contextRef="#ctx0" brushRef="#br0" timeOffset="135892.65">7538 13369 0,'10'0'94,"0"0"-94,84 0 0,0-11 31,-52 11-31,21 0 16,-1-21-16,22 21 16,10 0-16,-11 0 15,1 0 1,10 11-16,21-11 15,-32 21-15,11 0 16,-10-21-16,-22 0 16,-10 10-16,-10-10 15,-31 0-15,-1 0 16,21 0 0,-20 10-16,-1-10 15,32 0-15,0 21 16,-11-21-16,11 0 15,21 0-15,-43 0 16,12 0-16,-1 0 16,11 0-1,-21 0-15,41 0 16,-30 11-16,9-11 16,-9 0-16,-22 0 15,1-11 1032,-11 1-1031</inkml:trace>
  <inkml:trace contextRef="#ctx0" brushRef="#br0" timeOffset="140243.49">7631 14006 0,'32'0'78,"30"0"-78,64 0 16,41 0-16,52 0 15,0 0-15,32 0 16,-1 0 0,-83-21-16,-52 21 15,63-21-15,-74 21 16,-10 0-16,-31 0 16,20 10-16,11 1 15,-31-11 1,-1 0-16,-41 0 15,21 0-15,-21 0 16,0 0-16,21 0 16,-11 0-16,11 0 15,20 0-15,1 0 16,0 0 0,-22 0-16,-20 0 15,-10 0-15,-1 0 47,11 0-47,21 0 16,-21-11-16,10 11 15,-10 0-15,-11 0 78</inkml:trace>
  <inkml:trace contextRef="#ctx0" brushRef="#br0" timeOffset="146030.1">7600 14162 0,'0'-10'31,"0"0"-15</inkml:trace>
  <inkml:trace contextRef="#ctx0" brushRef="#br0" timeOffset="147661.62">6796 14528 0,'0'10'62,"0"11"-62,-10 21 0,10-11 16,-11 11 0,11-31-16,-31 20 15,10 0-15,-10 1 16,20-22-16,-51 21 15,-11 22-15,41-43 16,-30 21 0,30 1-16,-30-1 15,30-31-15,-30 21 16,20-11-16,-41-10 16,51 0-16,-93 0 15,73 0 1,-73 0-16,83 0 15,-21 0-15,32 0 16,20 0 31,1 0-31,-1 0-16,-20 0 15,21 0-15,-1 0 16</inkml:trace>
  <inkml:trace contextRef="#ctx0" brushRef="#br0" timeOffset="148156.53">5575 14977 0,'-11'11'63,"1"20"-48,0-21-15,-11-10 16,21 11-16,0-1 16,-11-10-1,1 11 1,-1-11-16,11-11 78,0 1-62</inkml:trace>
  <inkml:trace contextRef="#ctx0" brushRef="#br0" timeOffset="148859.76">5544 14967 0,'0'10'16,"10"-10"93,0-21-109,43-10 16,-12-21-16,-9 20 15,-22 22-15,1-1 16,-11 22 31,0 10-32,0 0-15,0-11 16,-11 1-16</inkml:trace>
  <inkml:trace contextRef="#ctx0" brushRef="#br0" timeOffset="149658.43">5512 15019 0,'0'10'62,"21"1"-62,10-1 16,-20 1-16,-1 10 15,32-1-15,-32-9 16,1-11 0,-1 10-16,22 32 15,-22-21-15,1-21 16,-1 10-16</inkml:trace>
  <inkml:trace contextRef="#ctx0" brushRef="#br0" timeOffset="179550.24">1754 15698 0,'-21'0'94,"11"0"-63,-1 0-31,-10 0 0,-10 0 16,20 10-16,-9-10 31,-12 21-16,22-21-15,-1 21 16,-9-21 0,20 10 15,-11 11-15,11 11-16,-10-1 15,-1-21-15,11 1 16,0 10-16,-10-11 15,10 22-15,0-12 32,0-9-32,0 20 15,0 11-15,0-11 16,0-10-16,0 11 16,0-22-16,0 0 15,0 1 1,10 10 124,-10-11-140,11 1 16,-11-1 0,10-10 46,1 0-46,82 0-1,-30 0-15,94 0 16,-22 0-16,64-31 16,-105 10-16,-53 10 15</inkml:trace>
  <inkml:trace contextRef="#ctx0" brushRef="#br0" timeOffset="182067.97">6400 15625 0,'10'0'63,"-10"10"-16,10 1-32,-10-1 1,11-10 0,-11 10-16,0 1 31,10-11-31,11 0 31,-10 0 16,-11 10-47,10-10 16,1 0-16,-1 11 15,0-11-15,1 21 16,10-11-16,-11 1 31,-10-1-15,0 0-16,0 32 15,0-10-15,0-22 16,0 11-16,0-11 16,0 1-16,0 10 15,0 0 1,0-1-16,0 1 16,-10 0-16,-1 11 15,1-1-15,10-10 16,-21 10-16,21-10 31,0 0 16,0-11-31,0 1 15,0-1 78,0 1-62,-10-11-47,-1 10 16,-10 11-16,0-21 15,0 10-15,21 1 16,-10-11-16,0 0 16,-1 10-1,-10-10-15,11 0 16,-42 0-16,20 0 15,-9 0-15,9 0 16,22 0 0,-11-21-1,10 21-15,1 0 16,-21-10-16,20 0 0,-20-1 16,-32-10-16,53 21 15,-1-10-15</inkml:trace>
  <inkml:trace contextRef="#ctx0" brushRef="#br0" timeOffset="212934.63">21955 16251 0,'0'21'78,"-21"230"-78,0-199 0,11-31 16,10 10-16,0-20 15,0-1 1,-11 1-1,11 9-15,-21 1 16,21-10-16,0 20 16,0-20-16</inkml:trace>
  <inkml:trace contextRef="#ctx0" brushRef="#br0" timeOffset="213634.98">21767 16679 0,'0'11'78,"0"31"-63,0-32-15,10 1 16,22 30-16,-22-30 16,21-11-16,-10 10 15,-10 11-15,10-21 16,-11 0-1,1 0 17,-1 0-17,21-21-15,-20-21 16,20-10-16,-21 21 16,-10-11-1,21 11-15,-10 10 31</inkml:trace>
  <inkml:trace contextRef="#ctx0" brushRef="#br0" timeOffset="-214187.9">22205 13682 0,'-10'-21'47,"10"-21"-47,0-10 15,0 10-15,0-20 16,0 30-1,-21-9-15,21-1 16,0 0-16,0-10 16,0 31-16,0-10 15,0 10-15,0-11 16,0 22 0,0 0 15,0-1-31,0-10 47,0 11-47,0-1 15</inkml:trace>
  <inkml:trace contextRef="#ctx0" brushRef="#br0" timeOffset="-213696.33">22174 13045 0,'-10'21'78,"10"0"-78,-11-11 0,1-10 16,10 11-16,0-1 31,-21-10-31,10 11 31,1-1-31,10 0 16,-10 11-16</inkml:trace>
  <inkml:trace contextRef="#ctx0" brushRef="#br0" timeOffset="-212823.1">22174 13024 0,'11'0'47,"9"0"-47,-9 0 16,-1 0-16,11 11 31,-10-1-31,9-10 15,-9 10-15,-1 1 16,1 20-16,-1-20 16,22 30-16,-22-9 15,21-11-15,-20 10 16,-11-21 0</inkml:trace>
  <inkml:trace contextRef="#ctx0" brushRef="#br0" timeOffset="-210163.7">22821 15593 0,'11'-10'141,"-1"10"-141,63-21 16,-52 21-16,31 0 15,-10-10-15,0 10 16,-11 0-16,1 0 15,-12 0-15,22 0 16,-10 0 0,9 0-16,1 0 15,21 0-15,-32 0 16,11-21-16,-21 21 16,-11 0 46,32 0-62,-21 0 16,10 0-16,-10 0 15,-11 0-15</inkml:trace>
  <inkml:trace contextRef="#ctx0" brushRef="#br0" timeOffset="-208460.22">23510 15405 0,'11'11'78,"-1"-11"-78,1 10 16,-1 1-16,11-1 15,-11 1-15,1 20 16,20 0-16,-20-10 16,-1-10-16,-10 20 15,21-21 1,-11-10-16,-10 11 16,0-1 109,0 1-94,0 10-31,-31-1 15,0-9 1,-1 10-16,-30-11 16,-32 32-16,52-32 15,-21 11-15,32-10 16</inkml:trace>
  <inkml:trace contextRef="#ctx0" brushRef="#br0" timeOffset="-206866.68">19220 15865 0,'0'-11'62,"10"1"-62,1 10 0,41-31 16,42 10-16,-11 21 15,63-21-15,-83 21 16,94 0-16,-22 0 16,-93 0-16,42 0 15</inkml:trace>
  <inkml:trace contextRef="#ctx0" brushRef="#br0" timeOffset="-206038.32">19334 15750 0,'0'-10'93,"0"-1"-93,0-31 0,11 11 16,10 0 0,-11 20-16,-10-10 0,11 21 15,-11-10-15</inkml:trace>
  <inkml:trace contextRef="#ctx0" brushRef="#br0" timeOffset="-205495.48">19230 15760 0,'0'11'31,"0"20"-15,31 11-16,-10-11 0,-10-20 15,-1-1 1,21 22-16,-20-22 16,10 0-16,-11 11 15,1-10 1,30 10-16,-9 0 15,-1-11-15,-20 0 16,20 22 0</inkml:trace>
  <inkml:trace contextRef="#ctx0" brushRef="#br0" timeOffset="-203299.92">22414 14685 0,'0'-11'62,"0"1"-62,0-32 0,0 0 31,0 21-31,21-31 16,-10-11-16,-11 22 16,20-43-16,-20 32 15,0-32 1,11 22-16,-11-1 15,0 42-15,0 0 16</inkml:trace>
  <inkml:trace contextRef="#ctx0" brushRef="#br0" timeOffset="-202789.31">22508 13985 0,'-10'0'78,"-42"52"-78,41-31 15,11-11-15,-10 1 16,10-1 156</inkml:trace>
</inkml:ink>
</file>

<file path=ppt/ink/ink3.xml><?xml version="1.0" encoding="utf-8"?>
<inkml:ink xmlns:inkml="http://www.w3.org/2003/InkML">
  <inkml:definitions>
    <inkml:context xml:id="ctx0">
      <inkml:inkSource xml:id="inkSrc0">
        <inkml:traceFormat>
          <inkml:channel name="X" type="integer" max="5120" units="cm"/>
          <inkml:channel name="Y" type="integer" max="2400" units="cm"/>
          <inkml:channel name="T" type="integer" max="2.14748E9" units="dev"/>
        </inkml:traceFormat>
        <inkml:channelProperties>
          <inkml:channelProperty channel="X" name="resolution" value="148.8372" units="1/cm"/>
          <inkml:channelProperty channel="Y" name="resolution" value="111.62791" units="1/cm"/>
          <inkml:channelProperty channel="T" name="resolution" value="1" units="1/dev"/>
        </inkml:channelProperties>
      </inkml:inkSource>
      <inkml:timestamp xml:id="ts0" timeString="2026-03-10T01:46:51.371"/>
    </inkml:context>
    <inkml:brush xml:id="br0">
      <inkml:brushProperty name="width" value="0.05292" units="cm"/>
      <inkml:brushProperty name="height" value="0.05292" units="cm"/>
      <inkml:brushProperty name="color" value="#FF0000"/>
    </inkml:brush>
  </inkml:definitions>
  <inkml:trace contextRef="#ctx0" brushRef="#br0">21224 6841 0,'11'0'31,"-1"0"0,0 0-31,11 0 0,0 0 16,10 0 0,1 0-16,51 0 15,1 0-15,-22 0 16,22 11-16,10 10 16,52-1-16,-62-20 15,-53 11 1,-10-11-16</inkml:trace>
  <inkml:trace contextRef="#ctx0" brushRef="#br0" timeOffset="862.92">22717 6705 0,'0'11'63,"10"-11"-63,84 0 0,53 0 15,-33 21-15,1-21 16,52 0-16,-83 0 15,-42 0 1,-22 0 0,1 0-1,-10 0-15,-1 0 78</inkml:trace>
  <inkml:trace contextRef="#ctx0" brushRef="#br0" timeOffset="2903.95">21266 6956 0,'-11'0'63,"-30"0"-63,-43 21 15,-146 42 1,84-43-16,-52 22 16,20 10-16,32-10 15,-21 0-15,115-32 16,31-10-16,11 0 16,-22 0-16,22 0 15,-32 0 1,21-20-16,-31 9 15,-31-10-15,20 11 16,11-11-16,-11-10 16,1 20-16,-32-31 15,0 1 1,-11-12-16,11 12 16,11 20-16,31 10 15,20 1-15,22-11 16,-1 11 31,1-11-47,-21-11 15,31 22-15,-11-1 16</inkml:trace>
  <inkml:trace contextRef="#ctx0" brushRef="#br0" timeOffset="3413.21">18875 6737 0,'0'42'94,"-10"20"-94,10-41 0,0 0 16,0-11-16,0 1 109,0-1-109,-11 1 16,11 20-16,0-10 15,0-11-15,0 1 16,0 10-16,0-11 15</inkml:trace>
  <inkml:trace contextRef="#ctx0" brushRef="#br0" timeOffset="4050.16">18927 6841 0,'11'-10'47,"-11"-1"-31,31 11-16,-20-10 16,9 10-16,64-21 15,10 11-15,-11 10 16,11 0-16,-52-21 15,0 21-15,-32 0 16</inkml:trace>
  <inkml:trace contextRef="#ctx0" brushRef="#br0" timeOffset="14112.98">21067 6110 0,'21'0'125,"-10"0"-125,10 0 15,-11 0-15,1 0 16,30 0-16,-20 0 16,63 0-1,-43 0-15,95 21 16,-63 21-16,63-21 16,62 0-16,-125-11 15,11-10-15,-63 0 16,-21-10 171,0-1-109,-11 11-78</inkml:trace>
  <inkml:trace contextRef="#ctx0" brushRef="#br0" timeOffset="15864.69">21965 5859 0,'0'-20'78,"-10"9"-62,-11 1-16,11-1 15,10-10-15,-11 11 16,1-11-1,10 11-15,-11-1 16,1-20-16,-22 20 16,12-20-16,-1 21 15,-32-11 1,33 21-16,9 0 16,-10 0-16,11 0 15,-1 0-15,-9 0 16,9 0-16,1 0 15,-11 0-15,0 0 16,10 0 0,1 0-16,-21 0 15,10 0-15,-10 0 16,10 0-16,-11 0 16,1 0-16,-11 0 15,32 0 1,-11 0-16,-31 10 15,41-10-15,-30 11 16,9-1-16,22 0 16,-11 11-16,21-10 15,-31-1-15,-1 22 16,22-22 0,-11 21-16,-10-10 31,20 0-31,-20-10 15,20-1 1,11 0 78,0 1-63,0-1-15,0 22-1,0-22-15,0 1 16,0 30-16,0-20 16,0 0-1,0 0-15,11 10 16,-1-20-16,1-1 15,-11 1 1,21 20-16,-11-21 31,11 1-31,-11 20 16,1-20-16,-11-1 16,10-10-16,-10 11 15,11-11 48,-1 0-48,11 10-15,10 0 16,1-10-16,-1 0 16,-21 0-16,11 0 15,-10 0 1,20 0-16,-10 0 15,0 0-15,10 0 16,0 0-16,32 0 16,41-20-16,-51 9 15,-32 11 1,10-21-16,11 11 16,-22 10-1,-20-11 63,11-20-62,-11 21-16,31-43 16,-20 32-16,-1 1 15,1-12 1,-1 22-16,-10-1 15</inkml:trace>
</inkml:ink>
</file>

<file path=ppt/ink/ink4.xml><?xml version="1.0" encoding="utf-8"?>
<inkml:ink xmlns:inkml="http://www.w3.org/2003/InkML">
  <inkml:definitions>
    <inkml:context xml:id="ctx0">
      <inkml:inkSource xml:id="inkSrc0">
        <inkml:traceFormat>
          <inkml:channel name="X" type="integer" max="5120" units="cm"/>
          <inkml:channel name="Y" type="integer" max="2400" units="cm"/>
          <inkml:channel name="T" type="integer" max="2.14748E9" units="dev"/>
        </inkml:traceFormat>
        <inkml:channelProperties>
          <inkml:channelProperty channel="X" name="resolution" value="148.8372" units="1/cm"/>
          <inkml:channelProperty channel="Y" name="resolution" value="111.62791" units="1/cm"/>
          <inkml:channelProperty channel="T" name="resolution" value="1" units="1/dev"/>
        </inkml:channelProperties>
      </inkml:inkSource>
      <inkml:timestamp xml:id="ts0" timeString="2026-03-10T01:47:50.592"/>
    </inkml:context>
    <inkml:brush xml:id="br0">
      <inkml:brushProperty name="width" value="0.05292" units="cm"/>
      <inkml:brushProperty name="height" value="0.05292" units="cm"/>
      <inkml:brushProperty name="color" value="#FF0000"/>
    </inkml:brush>
  </inkml:definitions>
  <inkml:trace contextRef="#ctx0" brushRef="#br0">8133 7060 0,'10'0'78,"658"84"-78,-386-84 0,-31 0 15,-32 0 1,0 0-16,-52 0 0,-104 0 16,-1 0-16,-30 0 15,-11 0-15,10 0 16,-21 0-16,1 0 16</inkml:trace>
  <inkml:trace contextRef="#ctx0" brushRef="#br0" timeOffset="950.13">16725 7102 0,'31'0'31,"31"21"-15,85 0-16,20 0 15,31 0 1,0 0-16,105 10 15,42-10-15,-63 0 16,-11-21-16,32 0 16,-21 0-16,-32 0 15,-52-11 1,-135 11-16,-63-10 16</inkml:trace>
  <inkml:trace contextRef="#ctx0" brushRef="#br0" timeOffset="4802.01">13196 11708 0,'0'-10'15,"0"-22"-15,-21-9 16,21 20-16,0 0 16,-10-11-16,-11 12 15,21-12-15,-32-10 16,22 22 0,-11-22-16,0 21 15,-10-10-15,20 20 16,-30-31-16,30 32 15,-51-42-15,41 41 16,-115-51-16,-10 20 16,-105 0-1,42 0-15,-93 21 16,30-10-16,-10 31 16,-93 0-16,30 0 15,147 0-15,-116 42 16,116-21-1,83 20-15,42-9 16,42-1 0,20 0-16,-20 32 0,10 0 15,-41 62-15,51-83 16,-31 73 0,32-53-16,10 1 15,0 21-15,0-53 16,0-10-16,0 10 15,10 1-15,11-12 16,11 33-16,30-1 16,43 31-1,20 1-15,52 0 16,1-22-16,177 22 16,-125-63-16,20-21 15,22 0-15,-22 0 16,1-11-1,-22-41-15,-30 10 16,-22 0-16,-62-20 16,-42 30-16,-31 12 15,-11-1-15,21-32 16,-41 43-16,51-53 16,11 11-1,21-31-15,-41 51 16,9-20-16,11 0 15,-62 41-15,20-10 16,-31 11-16,11 10 16,-11-10 93,0-1-78</inkml:trace>
  <inkml:trace contextRef="#ctx0" brushRef="#br0" timeOffset="6377.44">11609 12136 0,'0'21'47,"-10"31"-31,-43 74-16,-9-22 15,-22 22-15,-41 30 32,10-10-32,11 11 15,-32 21-15,94-105 16,-41 52-16,-1 53 15,-31 30-15,1-30 16,-22-21 0,-21-22-16,32-9 15,94-95-15,-63 42 16</inkml:trace>
  <inkml:trace contextRef="#ctx0" brushRef="#br0" timeOffset="6845.46">9772 14392 0,'0'63'0,"21"-21"47,52 73-47,-21-63 0,125 104 15,-125-124-15,-10-22 16,-10 11-16,-1-10 16,-10-11-1,41-21-15,-41 10 16,31-20-1,53-53-15,20-20 16,32-1-16,-32-30 16,-21 30-16,-51 32 31,-43 63-31,11-11 0,-21 10 16</inkml:trace>
  <inkml:trace contextRef="#ctx0" brushRef="#br0" timeOffset="7782.69">12016 12575 0,'11'0'79,"20"10"-64,11 43-15,20 41 16,32-11-16,-21-31 15,63 53-15,-73-74 16,114 84-16,-52-31 0,32-1 16,135 42-1,-83-31-15,21-31 16,20 10-16,11 0 16,-41-31-1,-22-21-15,-135-21 0</inkml:trace>
  <inkml:trace contextRef="#ctx0" brushRef="#br0" timeOffset="8437.9">14710 13692 0,'0'21'31,"52"136"-31,-21-126 16,-31 1-16,11-22 15,-11 1-15,0-1 16,0 0-1,0 1 1,0-1 0,-21 22-16,-21-1 15,-31 21-15,0 0 16,31-20 0,11-22-16,-1 22 15,22-32-15,0 0 47,-1 0-31,11-11 62,11 11-16</inkml:trace>
</inkml:ink>
</file>

<file path=ppt/ink/ink5.xml><?xml version="1.0" encoding="utf-8"?>
<inkml:ink xmlns:inkml="http://www.w3.org/2003/InkML">
  <inkml:definitions>
    <inkml:context xml:id="ctx0">
      <inkml:inkSource xml:id="inkSrc0">
        <inkml:traceFormat>
          <inkml:channel name="X" type="integer" max="5120" units="cm"/>
          <inkml:channel name="Y" type="integer" max="2400" units="cm"/>
          <inkml:channel name="T" type="integer" max="2.14748E9" units="dev"/>
        </inkml:traceFormat>
        <inkml:channelProperties>
          <inkml:channelProperty channel="X" name="resolution" value="148.8372" units="1/cm"/>
          <inkml:channelProperty channel="Y" name="resolution" value="111.62791" units="1/cm"/>
          <inkml:channelProperty channel="T" name="resolution" value="1" units="1/dev"/>
        </inkml:channelProperties>
      </inkml:inkSource>
      <inkml:timestamp xml:id="ts0" timeString="2026-03-10T01:48:22.411"/>
    </inkml:context>
    <inkml:brush xml:id="br0">
      <inkml:brushProperty name="width" value="0.05292" units="cm"/>
      <inkml:brushProperty name="height" value="0.05292" units="cm"/>
      <inkml:brushProperty name="color" value="#FF0000"/>
    </inkml:brush>
  </inkml:definitions>
  <inkml:trace contextRef="#ctx0" brushRef="#br0">9354 7384 0,'10'0'63,"32"0"-32,63 0-31,-43 0 16,84 0-16,-31 0 0,0 0 0,-31 0 15,62 0-15,-104 0 32,-1 0-17,-9 0-15,-1 11 16,11-11-16,-21 0 15,10 0-15,-21 0 32</inkml:trace>
  <inkml:trace contextRef="#ctx0" brushRef="#br0" timeOffset="2591.06">11181 7322 0,'10'0'125,"22"0"-125,10 0 15,62 0 1,-62 0-1,20 0-15,1 0 16,-11-21-16,-10 10 0,21 11 16,-32 0-16,52 0 15,22 0-15,-11 11 16,-42-1 0,-42 1-16,11-11 15,11 0-15,-32 10 16,10-10-16</inkml:trace>
  <inkml:trace contextRef="#ctx0" brushRef="#br0" timeOffset="3739.53">11839 7520 0,'31'0'94,"136"0"-94,115 21 16,-63-21-16,167 0 15,-145 0-15,40-21 16,-30 21-1,-32 0-15,-52 0 16,-21 0-16,-104-10 16,-11 10-16,-20 0 15</inkml:trace>
  <inkml:trace contextRef="#ctx0" brushRef="#br0" timeOffset="4505.02">15159 7457 0,'20'0'62,"179"73"-62,124 1 16,105-22-16,53 10 15,156-30-15,-293-32 16,230 0-16,-302-11 16,-74-10-1,-52 1-15</inkml:trace>
  <inkml:trace contextRef="#ctx0" brushRef="#br0" timeOffset="21680.8">12423 7781 0</inkml:trace>
  <inkml:trace contextRef="#ctx0" brushRef="#br0" timeOffset="22126.64">15503 7677 0</inkml:trace>
  <inkml:trace contextRef="#ctx0" brushRef="#br0" timeOffset="32709.27">5022 14622 0,'0'-10'0,"20"10"172,22 0-172,136 10 47,291 53-47,-458-63 0,-11 10 63</inkml:trace>
  <inkml:trace contextRef="#ctx0" brushRef="#br0" timeOffset="34205.85">6003 14653 0,'0'-10'31,"10"-11"-31,-10 0 16,-21-10-1,11 20 1,-84 1 0,-21-11-16,0 21 15,53 0-15,-64 0 16,32 0-16,-41 0 15,51 0-15,32 0 16,10 0-16,1 0 16,-12 0-1,12 0-15,-1 21 16,-10-11-16,-11 11 16,21 11-16,32-22 15,-22 0-15,-9 22 16,30-22-1,-10 1-15,0 10 16,11-11-16,-21 0 16,-1 1-16,22-1 15,-32 11-15,0-10 16,32-1 0,10 1-1,0 9-15,-10-9 16,10-1-16,-11 1 15,1-1-15,-11 1 16,21-1-16,-21 11 16,10-11-1,-20 1-15,21-1 16,-1 1 0,11-1-16,-10 11 15,-1 21-15,11-21 16,0 10-1,-20-10-15,20 0 16,0-11-16,0 1 31,31-1-15,31 22-16,64-12 16,-105-20-1,93 42-15,22-21 16,42 0-16,72-21 15,1 0-15,125 0 16,-157 0-16,136-42 16,-157 42-1,-10 0-15,63-21 16,-157 0-16,-11 21 16,-83-10 15,11 0-31,-11-22 15,20-10 1,-20-20-16,0 20 16,11-31-16,-11 31 15,0 0-15,0 1 16,0-12-16,0 32 16,0-10-1,0 21-15,0-1 16,0 1-16,0-1 15,0 1 1,-21-11-16,-73-10 16,-104-11-16,-53-10 15,-31 31 1,32 21-16,-53 0 31,115 0-31,125 10 16,43-10-16</inkml:trace>
  <inkml:trace contextRef="#ctx0" brushRef="#br0" timeOffset="36036.91">7016 15228 0,'0'-11'125,"20"11"-125,12-21 0,62 11 16,-32 10 0,22 0-16,31-21 15,0 21-15,-32-21 16,32 21-16,-32 0 15,11 0-15,21 0 16,21 0 0,10 11-16,21-11 15,0 0-15,0 0 0,-104 0 16,41 0-16,11 0 16,-94 0 15,0 0-31,-11 0 15,1 10-15,10-10 16,-11 0-16,11 0 16,0 0-16,-11 0 15,22 0 1,-12 0-16,-9 0 16,20-10-16,11 10 15,21 0-15,20 0 16,-41 0-16,114 0 15,11 0-15,-125 0 16,94 0 0,-73 0-16,-43 0 15</inkml:trace>
  <inkml:trace contextRef="#ctx0" brushRef="#br0" timeOffset="39160.43">11097 15332 0,'21'0'63,"115"0"-63,0 0 0,62 0 15,-83 0 1,104 0-16,0-10 16,-104 10-16,31 0 15,-104-21-15,21 21 16,-21 0-16,-32 0 16,21 0-1,-20 0-15,-1-11 16,1 11-1,-1 0 1,11 0-16,-11-10 47,1 10-47,-1 0 16,1 0-16</inkml:trace>
  <inkml:trace contextRef="#ctx0" brushRef="#br0" timeOffset="41523.4">15033 5661 0,'21'0'157,"73"21"-157,-31-21 0,41 21 15,-83-21-15,115 0 16,-1 0-16,-93 0 15,115 0-15,41 0 16,-114 0 0,104 0-16,-21 0 15,-115 0-15,52 0 16,-62 0-16,62 0 31,-51 0-31,51 10 16,-62-10-16,41 21 15,-51-21 1,51 0-16,-62 0 16,31 0-16,-31 0 15,-10 0-15,9 0 16,-9 0-16,-1 0 16,1 0-1,10 0 1,-1 0-16,1 0 15,-10-10-15,-1 10 32</inkml:trace>
  <inkml:trace contextRef="#ctx0" brushRef="#br0" timeOffset="44236.03">14866 4951 0,'0'-11'62,"-73"-30"-62,42 41 16,20-11-16,-30 11 16,30 0-16,-10 0 15,11 0-15,-11 0 16,11 0-1,-1 0-15,1 11 0,-1-1 16,-20 11 0,31-11-16,0 1 15,-11-11 1,11 10-16,0 11 16,0 0-16,-10 0 15,10 62 1,0-41-16,0-10 15,0 9-15,0 43 16,0-42-16,0-21 16,0-11-16,0 0 31,0 1-31,0-1 16,0 1-16,0-1 15,0 11 1,0-10 156,0 9-157,0-9-15,10-11 16,-10 10-16,0 1 16,11 10-16,-11 0 15,21 20 1,-11 12-16,-10-33 15,21 54-15,-10-64 16,-1-10 62,0 0-15,1 0-63,31-10 0</inkml:trace>
  <inkml:trace contextRef="#ctx0" brushRef="#br0" timeOffset="45482.56">17121 4919 0,'11'0'62,"-1"0"-62,21 0 0,-20 0 16,10 0-16,10 0 16,-20 0-16,20 0 15,-10 0-15,10 11 16,-21-11-1,11 10-15,0-10 16,-21 21 31,0-10-47,0 10 0,0-11 16,11 21-16,-11-10 15,10 42-15,11 10 16,-21-31-1,10 0-15,-10 10 16,0-31-16,21-11 16,-21 21-16,0-20 15,0-1 1,0 1 0,0 20-1,0-20-15,0 30 16,0-30-16,0 31 15,0-1-15,0-20 16,0-10 0,0 10-1,-10-11 157,-11-10-172,11 0 47,-1 0-31</inkml:trace>
  <inkml:trace contextRef="#ctx0" brushRef="#br0" timeOffset="47916.53">17309 4815 0,'-146'-42'0,"104"21"16,-114-10-1,93 10-15,-114-21 16,83 21-16,-105 1 16,137 9-16,-74-10 15,73 21-15,-93-21 16,93 21-1,-114 0-15,114 0 16,-21 0-16,-114 53 16,104-43-16,31 32 15,-145 0-15,114-1 16,31-30-16,-188 41 16,157-42-1,-20 11-15,-137 32 16,157-43-16,31 32 15,-62-21-15,104-11 16,0 21-16,11-20 16,0-1-1,-1 1-15,1 20 16,-11 11-16,10-11 16,-9 11-16,9 0 15,11 41-15,0-20 16,0-42-1,0 73-15,42-31 16,10 10-16,0 0 16,-20-42-16,30 21 15,11 1-15,53 9 16,20 1 0,136 10-16,-1-52 15,64 0-15,125 10 16,41-31-16,116 0 15,-262-10-15,324-32 16,-104 11-16,-387-11 16,126-31-1,-209 31-15,-11-42 16,-73 63-16,1-52 16,-22 11-16,11 20 15,-21-10-15,0 31 16,10-11-1,-10 22-15,0 0 16,0-22-16,0 22 16,0-11-16,0-10 15,0-32-15,-21 32 16,11 20 0,0-10-16,-22-10 15,-20 0-15,10-1 16,11 22-16,-32-32 15,-31 32-15,0-32 16,-52 21-16,63 21 16,-116 0-1,-20 0-15,-31 0 32,30 0-32,53 0 15,84 0-15,-32 0 16</inkml:trace>
  <inkml:trace contextRef="#ctx0" brushRef="#br0" timeOffset="55332.04">6577 7583 0,'-10'0'47,"-32"-21"-47,21 10 0,-31-10 0,31 11 16,-31 10-1,10-10-15,11-11 16,10 21-16,-31-11 15,10 11-15,0-21 16,-21 21-16,-51 0 16,-22 0-1,-31 0-15,73 11 16,-125 10-16,20-21 16,53 21-16,31-1 15,-31 1-15,104-10 16,11-11-16,21 21 15,-1-21 1,1 10-16,-1 1 16,1 41-16,-11 0 15,10-10-15,11-11 16,-20 11-16,20-32 16,0 1-1,0 20-15,0-10 16,10 42-16,21-11 15,22 11-15,20 41 16,31-41-16,-73-32 16,74 21-1,20-10-15,42 0 16,31-21-16,1 0 16,-137-21-16,116 0 31,-42 0-31,-74 0 15,1 0 1,-11-21-16,-31-11 16,52 22-16,-31-42 15,31 20-15,0-20 16,21-11-16,0 22 16,10-12-16,-41 12 15,10 9-15,-31 22 16,-32-1-1,-10-9 17,0-1-32,21-21 15,-21-21-15,0 32 16,0-32-16,-10 32 16,-1 20-1,-10 1-15,-31-11 16,-31 21-1,20 0-15,0 0 16,22 0-16,-43 0 16,21 11-16,32-11 15,21 0-15</inkml:trace>
  <inkml:trace contextRef="#ctx0" brushRef="#br0" timeOffset="56622.47">5303 8376 0,'0'11'78,"0"-1"-78,0 22 0,-10-1 15,0-21-15,-32 32 16,-10 0 0,-22 21-16,-19-11 15,-12 11-15,11-32 16,-21-10-16,0 0 16,1 0-16,-1-21 15,0 0-15,73 0 16,-73-11-1,74 11-15,-1-10 16,11-11-16,31 10 16,-11 1-16,-20-11 15,-1-10-15,1-1 16,10 22 0,-31-21-16,42 10 15,10 10 32,0 1-47,0-1 0,0 1 16,0-1-1,-11 1 204,-20-11-172,-126-42-31,126 63-16,-11-10 0,32 10 15,-1-10-15,1 10 16,-11 0-1</inkml:trace>
  <inkml:trace contextRef="#ctx0" brushRef="#br0" timeOffset="57054.58">3550 8356 0,'0'10'46,"0"0"-46,-42 32 0,21-21 0,10 0 16,-9 10 0,-1 1-16,21-22 15,-11 11-15,11-11 78,0 1-62,-10-1-16,10 1 16,0-22 46,21-30-62</inkml:trace>
  <inkml:trace contextRef="#ctx0" brushRef="#br0" timeOffset="57500.28">3487 8418 0,'10'0'79,"43"0"-79,9 0 15,22 0-15,-1 0 16,-10 11-1,-52-11-15,-10 0 16,-1 10 15,0-10-15,11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29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8" Type="http://schemas.openxmlformats.org/officeDocument/2006/relationships/hyperlink" Target="https://threejs.org/docs/#api/en/lights/Light" TargetMode="External"/><Relationship Id="rId13" Type="http://schemas.openxmlformats.org/officeDocument/2006/relationships/hyperlink" Target="https://threejs.org/manual/en/custom-buffergeometry.html" TargetMode="External"/><Relationship Id="rId18" Type="http://schemas.openxmlformats.org/officeDocument/2006/relationships/hyperlink" Target="https://threejs.org/manual/en/canvas-textures.html" TargetMode="External"/><Relationship Id="rId3" Type="http://schemas.openxmlformats.org/officeDocument/2006/relationships/hyperlink" Target="https://threejs.org/docs/#api/en/constants/Renderer" TargetMode="External"/><Relationship Id="rId7" Type="http://schemas.openxmlformats.org/officeDocument/2006/relationships/hyperlink" Target="https://threejs.org/docs/#api/en/objects/Mesh" TargetMode="External"/><Relationship Id="rId12" Type="http://schemas.openxmlformats.org/officeDocument/2006/relationships/hyperlink" Target="https://threejs.org/manual/en/primitives.html" TargetMode="External"/><Relationship Id="rId17" Type="http://schemas.openxmlformats.org/officeDocument/2006/relationships/hyperlink" Target="https://threejs.org/manual/en/textures.html" TargetMode="External"/><Relationship Id="rId2" Type="http://schemas.openxmlformats.org/officeDocument/2006/relationships/slide" Target="../slides/slide7.xml"/><Relationship Id="rId16" Type="http://schemas.openxmlformats.org/officeDocument/2006/relationships/hyperlink" Target="https://threejs.org/docs/#api/en/textures/Texture" TargetMode="External"/><Relationship Id="rId20" Type="http://schemas.openxmlformats.org/officeDocument/2006/relationships/hyperlink" Target="https://threejs.org/manual/en/lights.html" TargetMode="External"/><Relationship Id="rId1" Type="http://schemas.openxmlformats.org/officeDocument/2006/relationships/notesMaster" Target="../notesMasters/notesMaster1.xml"/><Relationship Id="rId6" Type="http://schemas.openxmlformats.org/officeDocument/2006/relationships/hyperlink" Target="https://threejs.org/manual/en/scenegraph.html" TargetMode="External"/><Relationship Id="rId11" Type="http://schemas.openxmlformats.org/officeDocument/2006/relationships/hyperlink" Target="https://threejs.org/docs/#api/en/materials/Material" TargetMode="External"/><Relationship Id="rId5" Type="http://schemas.openxmlformats.org/officeDocument/2006/relationships/hyperlink" Target="https://threejs.org/docs/#api/en/cameras/Camera" TargetMode="External"/><Relationship Id="rId15" Type="http://schemas.openxmlformats.org/officeDocument/2006/relationships/hyperlink" Target="https://threejs.org/manual/en/materials.html" TargetMode="External"/><Relationship Id="rId10" Type="http://schemas.openxmlformats.org/officeDocument/2006/relationships/hyperlink" Target="https://threejs.org/docs/#api/en/core/Object3D" TargetMode="External"/><Relationship Id="rId19" Type="http://schemas.openxmlformats.org/officeDocument/2006/relationships/hyperlink" Target="https://threejs.org/manual/en/rendertargets.html" TargetMode="External"/><Relationship Id="rId4" Type="http://schemas.openxmlformats.org/officeDocument/2006/relationships/hyperlink" Target="https://threejs.org/docs/#api/en/scenes/Scene" TargetMode="External"/><Relationship Id="rId9" Type="http://schemas.openxmlformats.org/officeDocument/2006/relationships/hyperlink" Target="https://threejs.org/docs/#api/en/objects/Group" TargetMode="External"/><Relationship Id="rId14" Type="http://schemas.openxmlformats.org/officeDocument/2006/relationships/hyperlink" Target="https://threejs.org/manual/en/load-obj.html"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threejs.org/manual/en/responsive.html"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threejs.org/manual/en/responsive.html"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7" name="Google Shape;107;p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 name="Google Shape;108;p1: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0</a:t>
            </a:fld>
            <a:endParaRPr/>
          </a:p>
        </p:txBody>
      </p:sp>
      <p:sp>
        <p:nvSpPr>
          <p:cNvPr id="109" name="Google Shape;109;p1:notes"/>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8848204ce3_0_96: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8848204ce3_0_96:notes"/>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g38848204ce3_0_96:notes"/>
          <p:cNvSpPr txBox="1">
            <a:spLocks noGrp="1"/>
          </p:cNvSpPr>
          <p:nvPr>
            <p:ph type="sldNum" idx="12"/>
          </p:nvPr>
        </p:nvSpPr>
        <p:spPr>
          <a:xfrm>
            <a:off x="5179484" y="6513910"/>
            <a:ext cx="3962400" cy="3429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9CF897F5-354E-2D4C-6126-A414B7F61194}"/>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1055858-C180-66F6-7B54-3DEF64945F86}"/>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F16EFA58-E6E2-0EA7-5A4A-1C3BFE0FE9C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58FCA471-04EE-F77D-B8D1-73E4D305A37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195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D4BD476-1802-F722-80D2-52BA9AEE222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910EFBA-3AB9-3DF8-12E4-0B5A607EB98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D8CEECBC-A839-7C10-3638-BD6754CF6BB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EFCE6ED4-F00C-DC5A-010B-ED750258DFB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5CACE8A-202C-BA1A-F042-033CD8330EE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593482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600E76F7-0B55-89BE-DCF1-A08A9C04BB45}"/>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80FF5F0F-D117-7249-F35B-DB1954B0E874}"/>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65B88BA-D143-04A7-082F-6A5E083203A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b="1" dirty="0"/>
              <a:t>1. HTML File (Tệp HTML)</a:t>
            </a:r>
          </a:p>
          <a:p>
            <a:r>
              <a:rPr lang="vi-VN" dirty="0"/>
              <a:t>Đây đóng vai trò là </a:t>
            </a:r>
            <a:r>
              <a:rPr lang="vi-VN" b="1" dirty="0"/>
              <a:t>"bộ khung"</a:t>
            </a:r>
            <a:r>
              <a:rPr lang="vi-VN" dirty="0"/>
              <a:t> hoặc cái sân khấu để trình diễn.</a:t>
            </a:r>
          </a:p>
          <a:p>
            <a:r>
              <a:rPr lang="vi-VN" b="1" dirty="0"/>
              <a:t>Nhiệm vụ:</a:t>
            </a:r>
            <a:r>
              <a:rPr lang="vi-VN" dirty="0"/>
              <a:t> Tạo ra một môi trường để trình duyệt web có thể hiển thị nội dung.</a:t>
            </a:r>
          </a:p>
          <a:p>
            <a:r>
              <a:rPr lang="vi-VN" b="1" dirty="0"/>
              <a:t>Thành phần quan trọng:</a:t>
            </a:r>
            <a:r>
              <a:rPr lang="vi-VN" dirty="0"/>
              <a:t> Trong file này, bạn thường sẽ có một thẻ </a:t>
            </a:r>
            <a:r>
              <a:rPr lang="vi-VN" sz="1200" b="0" i="0" u="none" strike="noStrike" cap="none" dirty="0">
                <a:solidFill>
                  <a:schemeClr val="dk1"/>
                </a:solidFill>
                <a:latin typeface="Calibri"/>
                <a:ea typeface="Calibri"/>
                <a:cs typeface="Calibri"/>
                <a:sym typeface="Calibri"/>
              </a:rPr>
              <a:t>&lt;canvas&gt;</a:t>
            </a:r>
            <a:r>
              <a:rPr lang="vi-VN" dirty="0"/>
              <a:t> (đây là nơi Three.js sẽ vẽ các hình ảnh 3D lên đó) hoặc chỉ đơn giản là một thẻ </a:t>
            </a:r>
            <a:r>
              <a:rPr lang="vi-VN" sz="1200" b="0" i="0" u="none" strike="noStrike" cap="none" dirty="0">
                <a:solidFill>
                  <a:schemeClr val="dk1"/>
                </a:solidFill>
                <a:latin typeface="Calibri"/>
                <a:ea typeface="Calibri"/>
                <a:cs typeface="Calibri"/>
                <a:sym typeface="Calibri"/>
              </a:rPr>
              <a:t>&lt;div&gt;</a:t>
            </a:r>
            <a:r>
              <a:rPr lang="vi-VN" dirty="0"/>
              <a:t> để nhúng mã JavaScript vào.</a:t>
            </a:r>
          </a:p>
          <a:p>
            <a:r>
              <a:rPr lang="vi-VN" b="1" dirty="0"/>
              <a:t>Ví dụ:</a:t>
            </a:r>
            <a:r>
              <a:rPr lang="vi-VN" dirty="0"/>
              <a:t> </a:t>
            </a:r>
            <a:r>
              <a:rPr lang="vi-VN" sz="1200" b="0" i="0" u="none" strike="noStrike" cap="none" dirty="0">
                <a:solidFill>
                  <a:schemeClr val="dk1"/>
                </a:solidFill>
                <a:latin typeface="Calibri"/>
                <a:ea typeface="Calibri"/>
                <a:cs typeface="Calibri"/>
                <a:sym typeface="Calibri"/>
              </a:rPr>
              <a:t>index.html</a:t>
            </a:r>
            <a:r>
              <a:rPr lang="vi-VN" dirty="0"/>
              <a:t>.</a:t>
            </a:r>
            <a:endParaRPr lang="en-US" dirty="0"/>
          </a:p>
          <a:p>
            <a:endParaRPr lang="vi-VN" dirty="0"/>
          </a:p>
          <a:p>
            <a:r>
              <a:rPr lang="vi-VN" b="1" dirty="0"/>
              <a:t>2. JavaScript File (Tệp JavaScript)</a:t>
            </a:r>
          </a:p>
          <a:p>
            <a:r>
              <a:rPr lang="vi-VN" dirty="0"/>
              <a:t>Đây chính là </a:t>
            </a:r>
            <a:r>
              <a:rPr lang="vi-VN" b="1" dirty="0"/>
              <a:t>"bộ não"</a:t>
            </a:r>
            <a:r>
              <a:rPr lang="vi-VN" dirty="0"/>
              <a:t> và là nơi phép màu thực sự xảy ra.</a:t>
            </a:r>
          </a:p>
          <a:p>
            <a:r>
              <a:rPr lang="vi-VN" b="1" dirty="0"/>
              <a:t>Nhiệm vụ:</a:t>
            </a:r>
            <a:r>
              <a:rPr lang="vi-VN" dirty="0"/>
              <a:t> Chứa toàn bộ logic của Three.js để điều khiển các đối tượng 3D.</a:t>
            </a:r>
          </a:p>
          <a:p>
            <a:r>
              <a:rPr lang="vi-VN" b="1" dirty="0"/>
              <a:t>Các thành phần bạn sẽ viết trong này:</a:t>
            </a:r>
            <a:endParaRPr lang="vi-VN" dirty="0"/>
          </a:p>
          <a:p>
            <a:pPr lvl="1"/>
            <a:r>
              <a:rPr lang="vi-VN" b="1" dirty="0"/>
              <a:t>Scene (Cảnh):</a:t>
            </a:r>
            <a:r>
              <a:rPr lang="vi-VN" dirty="0"/>
              <a:t> Không gian 3D nơi mọi thứ tồn tại.</a:t>
            </a:r>
          </a:p>
          <a:p>
            <a:pPr lvl="1"/>
            <a:r>
              <a:rPr lang="vi-VN" b="1" dirty="0"/>
              <a:t>Camera:</a:t>
            </a:r>
            <a:r>
              <a:rPr lang="vi-VN" dirty="0"/>
              <a:t> Góc nhìn của người dùng vào thế giới 3D.</a:t>
            </a:r>
          </a:p>
          <a:p>
            <a:pPr lvl="1"/>
            <a:r>
              <a:rPr lang="vi-VN" b="1" dirty="0"/>
              <a:t>Renderer (Trình kết xuất):</a:t>
            </a:r>
            <a:r>
              <a:rPr lang="vi-VN" dirty="0"/>
              <a:t> Công cụ biến các dữ liệu toán học 3D thành hình ảnh pixel trên màn hình.</a:t>
            </a:r>
          </a:p>
          <a:p>
            <a:pPr lvl="1"/>
            <a:r>
              <a:rPr lang="vi-VN" b="1" dirty="0"/>
              <a:t>Animation Loop:</a:t>
            </a:r>
            <a:r>
              <a:rPr lang="vi-VN" dirty="0"/>
              <a:t> Vòng lặp để tạo ra chuyển động.</a:t>
            </a:r>
          </a:p>
          <a:p>
            <a:r>
              <a:rPr lang="vi-VN" b="1" dirty="0"/>
              <a:t>Ví dụ:</a:t>
            </a:r>
            <a:r>
              <a:rPr lang="vi-VN" dirty="0"/>
              <a:t> </a:t>
            </a:r>
            <a:r>
              <a:rPr lang="vi-VN" sz="1200" b="0" i="0" u="none" strike="noStrike" cap="none" dirty="0">
                <a:solidFill>
                  <a:schemeClr val="dk1"/>
                </a:solidFill>
                <a:latin typeface="Calibri"/>
                <a:ea typeface="Calibri"/>
                <a:cs typeface="Calibri"/>
                <a:sym typeface="Calibri"/>
              </a:rPr>
              <a:t>script.js</a:t>
            </a:r>
            <a:r>
              <a:rPr lang="vi-VN" dirty="0"/>
              <a:t> hoặc </a:t>
            </a:r>
            <a:r>
              <a:rPr lang="vi-VN" sz="1200" b="0" i="0" u="none" strike="noStrike" cap="none" dirty="0">
                <a:solidFill>
                  <a:schemeClr val="dk1"/>
                </a:solidFill>
                <a:latin typeface="Calibri"/>
                <a:ea typeface="Calibri"/>
                <a:cs typeface="Calibri"/>
                <a:sym typeface="Calibri"/>
              </a:rPr>
              <a:t>main.js</a:t>
            </a:r>
            <a:r>
              <a:rPr lang="vi-VN" dirty="0"/>
              <a:t>.</a:t>
            </a:r>
            <a:endParaRPr lang="en-US" dirty="0"/>
          </a:p>
          <a:p>
            <a:endParaRPr lang="vi-VN" dirty="0"/>
          </a:p>
          <a:p>
            <a:r>
              <a:rPr lang="vi-VN" b="1" dirty="0"/>
              <a:t>3. Static Folder (Thư mục tài nguyên tĩnh)</a:t>
            </a:r>
          </a:p>
          <a:p>
            <a:r>
              <a:rPr lang="vi-VN" dirty="0"/>
              <a:t>Hãy coi đây là </a:t>
            </a:r>
            <a:r>
              <a:rPr lang="vi-VN" b="1" dirty="0"/>
              <a:t>"kho chứa đồ"</a:t>
            </a:r>
            <a:r>
              <a:rPr lang="vi-VN" dirty="0"/>
              <a:t> của bạn.</a:t>
            </a:r>
          </a:p>
          <a:p>
            <a:r>
              <a:rPr lang="vi-VN" b="1" dirty="0"/>
              <a:t>Nhiệm vụ:</a:t>
            </a:r>
            <a:r>
              <a:rPr lang="vi-VN" dirty="0"/>
              <a:t> Lưu trữ các tệp tin bên ngoài mà mã JavaScript cần gọi đến để làm cho thế giới 3D sinh động hơn.</a:t>
            </a:r>
          </a:p>
          <a:p>
            <a:r>
              <a:rPr lang="vi-VN" b="1" dirty="0"/>
              <a:t>Bên trong thường có:</a:t>
            </a:r>
            <a:endParaRPr lang="vi-VN" dirty="0"/>
          </a:p>
          <a:p>
            <a:pPr lvl="1"/>
            <a:r>
              <a:rPr lang="vi-VN" b="1" dirty="0"/>
              <a:t>Textures (Vân bề mặt):</a:t>
            </a:r>
            <a:r>
              <a:rPr lang="vi-VN" dirty="0"/>
              <a:t> Các file ảnh (.jpg, .png) để dán lên bề mặt vật thể (ví dụ: hình ảnh mặt đất, vỏ Trái Đất).</a:t>
            </a:r>
          </a:p>
          <a:p>
            <a:pPr lvl="1"/>
            <a:r>
              <a:rPr lang="vi-VN" b="1" dirty="0"/>
              <a:t>3D Models:</a:t>
            </a:r>
            <a:r>
              <a:rPr lang="vi-VN" dirty="0"/>
              <a:t> Các tệp mô hình được làm từ phần mềm khác như Blender (.gltf, .obj).</a:t>
            </a:r>
          </a:p>
          <a:p>
            <a:pPr lvl="1"/>
            <a:r>
              <a:rPr lang="vi-VN" b="1" dirty="0"/>
              <a:t>Audio:</a:t>
            </a:r>
            <a:r>
              <a:rPr lang="vi-VN" dirty="0"/>
              <a:t> Âm thanh nền hoặc hiệu ứng tiếng động.</a:t>
            </a:r>
          </a:p>
          <a:p>
            <a:r>
              <a:rPr lang="vi-VN" b="1" dirty="0"/>
              <a:t>Lưu ý:</a:t>
            </a:r>
            <a:r>
              <a:rPr lang="vi-VN" dirty="0"/>
              <a:t> Việc tách riêng thư mục này giúp quản lý dự án gọn gàng và tránh lỗi đường dẫn khi load tài nguyên.</a:t>
            </a:r>
            <a:endParaRPr lang="en-US" dirty="0"/>
          </a:p>
          <a:p>
            <a:endParaRPr lang="en-US" dirty="0"/>
          </a:p>
          <a:p>
            <a:r>
              <a:rPr lang="vi-VN" b="1" dirty="0"/>
              <a:t>Tóm tắt cách chúng phối hợp:</a:t>
            </a:r>
          </a:p>
          <a:p>
            <a:r>
              <a:rPr lang="vi-VN" dirty="0"/>
              <a:t>Trình duyệt mở file </a:t>
            </a:r>
            <a:r>
              <a:rPr lang="vi-VN" b="1" dirty="0"/>
              <a:t>HTML</a:t>
            </a:r>
            <a:r>
              <a:rPr lang="vi-VN" dirty="0"/>
              <a:t>.</a:t>
            </a:r>
          </a:p>
          <a:p>
            <a:r>
              <a:rPr lang="vi-VN" dirty="0"/>
              <a:t>File HTML gọi file </a:t>
            </a:r>
            <a:r>
              <a:rPr lang="vi-VN" b="1" dirty="0"/>
              <a:t>JavaScript</a:t>
            </a:r>
            <a:r>
              <a:rPr lang="vi-VN" dirty="0"/>
              <a:t>.</a:t>
            </a:r>
          </a:p>
          <a:p>
            <a:r>
              <a:rPr lang="vi-VN" dirty="0"/>
              <a:t>File </a:t>
            </a:r>
            <a:r>
              <a:rPr lang="vi-VN" b="1" dirty="0"/>
              <a:t>JavaScript</a:t>
            </a:r>
            <a:r>
              <a:rPr lang="vi-VN" dirty="0"/>
              <a:t> khởi tạo Three.js và tìm đến thư mục </a:t>
            </a:r>
            <a:r>
              <a:rPr lang="vi-VN" b="1" dirty="0"/>
              <a:t>Static</a:t>
            </a:r>
            <a:r>
              <a:rPr lang="vi-VN" dirty="0"/>
              <a:t> để lấy mô hình hoặc hình ảnh nhằm hiển thị lên màn hình.</a:t>
            </a:r>
          </a:p>
          <a:p>
            <a:endParaRPr lang="vi-VN" dirty="0"/>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2ED0DB77-FD75-C7C6-4D2F-D8F28161B18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1B676A0B-B560-2F01-BFD3-C6C94829FC4C}"/>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2902087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5D95634-090A-254B-BDC5-A170C55B52B7}"/>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E579B98D-683D-5195-F445-A29FC598C4F0}"/>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95E97010-4F1F-119F-E6EF-A3FBAFC7B250}"/>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9931AA56-055E-85F7-4327-B0CD8231DBFB}"/>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94377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B76A3783-A40A-C424-79E4-B8FE4103633C}"/>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0B650B32-AB4A-3865-46D9-F7254B82075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8C010FB-808F-21C6-1824-CB02AFC2322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algn="just"/>
            <a:r>
              <a:rPr lang="en-US" sz="1200" b="0" i="0" u="none" strike="noStrike" cap="none" dirty="0">
                <a:solidFill>
                  <a:schemeClr val="dk1"/>
                </a:solidFill>
                <a:effectLst/>
                <a:latin typeface="Calibri"/>
                <a:ea typeface="Calibri"/>
                <a:cs typeface="Calibri"/>
                <a:sym typeface="Calibri"/>
              </a:rPr>
              <a:t>Things to notice about the diagram above:</a:t>
            </a:r>
          </a:p>
          <a:p>
            <a:pPr algn="just">
              <a:buFontTx/>
              <a:buChar char="-"/>
            </a:pPr>
            <a:r>
              <a:rPr lang="en-US" sz="1200" b="0" i="0" u="none" strike="noStrike" cap="none" dirty="0">
                <a:solidFill>
                  <a:schemeClr val="dk1"/>
                </a:solidFill>
                <a:effectLst/>
                <a:latin typeface="Calibri"/>
                <a:ea typeface="Calibri"/>
                <a:cs typeface="Calibri"/>
                <a:sym typeface="Calibri"/>
              </a:rPr>
              <a:t>There is a </a:t>
            </a:r>
            <a:r>
              <a:rPr lang="en-US" sz="1200" b="0" i="0" u="none" strike="noStrike" cap="none" dirty="0">
                <a:solidFill>
                  <a:schemeClr val="dk1"/>
                </a:solidFill>
                <a:effectLst/>
                <a:latin typeface="Calibri"/>
                <a:ea typeface="Calibri"/>
                <a:cs typeface="Calibri"/>
                <a:sym typeface="Calibri"/>
                <a:hlinkClick r:id="rId3"/>
              </a:rPr>
              <a:t>Renderer</a:t>
            </a:r>
            <a:r>
              <a:rPr lang="en-US" sz="1200" b="0" i="0" u="none" strike="noStrike" cap="none" dirty="0">
                <a:solidFill>
                  <a:schemeClr val="dk1"/>
                </a:solidFill>
                <a:effectLst/>
                <a:latin typeface="Calibri"/>
                <a:ea typeface="Calibri"/>
                <a:cs typeface="Calibri"/>
                <a:sym typeface="Calibri"/>
              </a:rPr>
              <a:t>. This is arguably the main object of three.js. You pass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and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to a </a:t>
            </a:r>
            <a:r>
              <a:rPr lang="en-US" sz="1200" b="0" i="0" u="none" strike="noStrike" cap="none" dirty="0">
                <a:solidFill>
                  <a:schemeClr val="dk1"/>
                </a:solidFill>
                <a:effectLst/>
                <a:latin typeface="Calibri"/>
                <a:ea typeface="Calibri"/>
                <a:cs typeface="Calibri"/>
                <a:sym typeface="Calibri"/>
                <a:hlinkClick r:id="rId3"/>
              </a:rPr>
              <a:t>Renderer</a:t>
            </a:r>
            <a:r>
              <a:rPr lang="en-US" sz="1200" b="0" i="0" u="none" strike="noStrike" cap="none" dirty="0">
                <a:solidFill>
                  <a:schemeClr val="dk1"/>
                </a:solidFill>
                <a:effectLst/>
                <a:latin typeface="Calibri"/>
                <a:ea typeface="Calibri"/>
                <a:cs typeface="Calibri"/>
                <a:sym typeface="Calibri"/>
              </a:rPr>
              <a:t> and it renders (draws) the portion of the 3D scene that is inside the </a:t>
            </a:r>
            <a:r>
              <a:rPr lang="en-US" sz="1200" b="0" i="1" u="none" strike="noStrike" cap="none" dirty="0">
                <a:solidFill>
                  <a:schemeClr val="dk1"/>
                </a:solidFill>
                <a:effectLst/>
                <a:latin typeface="Calibri"/>
                <a:ea typeface="Calibri"/>
                <a:cs typeface="Calibri"/>
                <a:sym typeface="Calibri"/>
              </a:rPr>
              <a:t>frustum</a:t>
            </a:r>
            <a:r>
              <a:rPr lang="en-US" sz="1200" b="0" i="0" u="none" strike="noStrike" cap="none" dirty="0">
                <a:solidFill>
                  <a:schemeClr val="dk1"/>
                </a:solidFill>
                <a:effectLst/>
                <a:latin typeface="Calibri"/>
                <a:ea typeface="Calibri"/>
                <a:cs typeface="Calibri"/>
                <a:sym typeface="Calibri"/>
              </a:rPr>
              <a:t> of the camera as a 2D image to a canvas.</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There is a </a:t>
            </a:r>
            <a:r>
              <a:rPr lang="en-US" sz="1200" b="0" i="0" u="none" strike="noStrike" cap="none" dirty="0" err="1">
                <a:solidFill>
                  <a:schemeClr val="dk1"/>
                </a:solidFill>
                <a:effectLst/>
                <a:latin typeface="Calibri"/>
                <a:ea typeface="Calibri"/>
                <a:cs typeface="Calibri"/>
                <a:sym typeface="Calibri"/>
                <a:hlinkClick r:id="rId6"/>
              </a:rPr>
              <a:t>scenegraph</a:t>
            </a:r>
            <a:r>
              <a:rPr lang="en-US" sz="1200" b="0" i="0" u="none" strike="noStrike" cap="none" dirty="0">
                <a:solidFill>
                  <a:schemeClr val="dk1"/>
                </a:solidFill>
                <a:effectLst/>
                <a:latin typeface="Calibri"/>
                <a:ea typeface="Calibri"/>
                <a:cs typeface="Calibri"/>
                <a:sym typeface="Calibri"/>
              </a:rPr>
              <a:t> which is a tree like structure, consisting of various objects like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object, multiple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a:t>
            </a:r>
            <a:r>
              <a:rPr lang="en-US" sz="1200" b="0" i="0" u="none" strike="noStrike" cap="none" dirty="0">
                <a:solidFill>
                  <a:schemeClr val="dk1"/>
                </a:solidFill>
                <a:effectLst/>
                <a:latin typeface="Calibri"/>
                <a:ea typeface="Calibri"/>
                <a:cs typeface="Calibri"/>
                <a:sym typeface="Calibri"/>
                <a:hlinkClick r:id="rId8"/>
              </a:rPr>
              <a:t>Light</a:t>
            </a:r>
            <a:r>
              <a:rPr lang="en-US" sz="1200" b="0" i="0" u="none" strike="noStrike" cap="none" dirty="0">
                <a:solidFill>
                  <a:schemeClr val="dk1"/>
                </a:solidFill>
                <a:effectLst/>
                <a:latin typeface="Calibri"/>
                <a:ea typeface="Calibri"/>
                <a:cs typeface="Calibri"/>
                <a:sym typeface="Calibri"/>
              </a:rPr>
              <a:t> objects, </a:t>
            </a:r>
            <a:r>
              <a:rPr lang="en-US" sz="1200" b="0" i="0" u="none" strike="noStrike" cap="none" dirty="0">
                <a:solidFill>
                  <a:schemeClr val="dk1"/>
                </a:solidFill>
                <a:effectLst/>
                <a:latin typeface="Calibri"/>
                <a:ea typeface="Calibri"/>
                <a:cs typeface="Calibri"/>
                <a:sym typeface="Calibri"/>
                <a:hlinkClick r:id="rId9"/>
              </a:rPr>
              <a:t>Group</a:t>
            </a: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hlinkClick r:id="rId10"/>
              </a:rPr>
              <a:t>Object3D</a:t>
            </a:r>
            <a:r>
              <a:rPr lang="en-US" sz="1200" b="0" i="0" u="none" strike="noStrike" cap="none" dirty="0">
                <a:solidFill>
                  <a:schemeClr val="dk1"/>
                </a:solidFill>
                <a:effectLst/>
                <a:latin typeface="Calibri"/>
                <a:ea typeface="Calibri"/>
                <a:cs typeface="Calibri"/>
                <a:sym typeface="Calibri"/>
              </a:rPr>
              <a:t>, and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objects.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object defines the root of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and contains properties like the background color and fog. These objects define a hierarchical parent/child tree like structure and represent where objects appear and how they are oriented. Children are positioned and oriented relative to their parent. For example the wheels on a car might be children of the car so that moving and orienting the car's object automatically moves the wheels. You can read more about this in </a:t>
            </a:r>
            <a:r>
              <a:rPr lang="en-US" sz="1200" b="0" i="0" u="none" strike="noStrike" cap="none" dirty="0">
                <a:solidFill>
                  <a:schemeClr val="dk1"/>
                </a:solidFill>
                <a:effectLst/>
                <a:latin typeface="Calibri"/>
                <a:ea typeface="Calibri"/>
                <a:cs typeface="Calibri"/>
                <a:sym typeface="Calibri"/>
                <a:hlinkClick r:id="rId6"/>
              </a:rPr>
              <a:t>the article on </a:t>
            </a:r>
            <a:r>
              <a:rPr lang="en-US" sz="1200" b="0" i="0" u="none" strike="noStrike" cap="none" dirty="0" err="1">
                <a:solidFill>
                  <a:schemeClr val="dk1"/>
                </a:solidFill>
                <a:effectLst/>
                <a:latin typeface="Calibri"/>
                <a:ea typeface="Calibri"/>
                <a:cs typeface="Calibri"/>
                <a:sym typeface="Calibri"/>
                <a:hlinkClick r:id="rId6"/>
              </a:rPr>
              <a:t>scenegraphs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Note in the diagram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is half in half out of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This is to represent that in three.js, unlike the other objects,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does not have to be in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to function. Just like other objects,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as a child of some other object, will move and orient relative to its parent object. There is an example of putting multiple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objects in a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at the end of </a:t>
            </a:r>
            <a:r>
              <a:rPr lang="en-US" sz="1200" b="0" i="0" u="none" strike="noStrike" cap="none" dirty="0">
                <a:solidFill>
                  <a:schemeClr val="dk1"/>
                </a:solidFill>
                <a:effectLst/>
                <a:latin typeface="Calibri"/>
                <a:ea typeface="Calibri"/>
                <a:cs typeface="Calibri"/>
                <a:sym typeface="Calibri"/>
                <a:hlinkClick r:id="rId6"/>
              </a:rPr>
              <a:t>the article on </a:t>
            </a:r>
            <a:r>
              <a:rPr lang="en-US" sz="1200" b="0" i="0" u="none" strike="noStrike" cap="none" dirty="0" err="1">
                <a:solidFill>
                  <a:schemeClr val="dk1"/>
                </a:solidFill>
                <a:effectLst/>
                <a:latin typeface="Calibri"/>
                <a:ea typeface="Calibri"/>
                <a:cs typeface="Calibri"/>
                <a:sym typeface="Calibri"/>
                <a:hlinkClick r:id="rId6"/>
              </a:rPr>
              <a:t>scenegraphs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hlinkClick r:id="rId7"/>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represent drawing a specific Geometry with a specific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Both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objects and Geometry objects can be used by multiple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For example to draw two blue cubes in different locations we could need two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to represent the position and orientation of each cube. We would only need one Geometry to hold the vertex data for a cube and we would only need one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to specify the color blue. Both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could reference the same Geometry object and the same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a:t>
            </a:r>
          </a:p>
          <a:p>
            <a:pPr algn="just"/>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Geometry objects represent the vertex data of some piece of geometry like a sphere, cube, plane, dog, cat, human, tree, building, etc... Three.js provides many kinds of built in </a:t>
            </a:r>
            <a:r>
              <a:rPr lang="en-US" sz="1200" b="0" i="0" u="none" strike="noStrike" cap="none" dirty="0">
                <a:solidFill>
                  <a:schemeClr val="dk1"/>
                </a:solidFill>
                <a:effectLst/>
                <a:latin typeface="Calibri"/>
                <a:ea typeface="Calibri"/>
                <a:cs typeface="Calibri"/>
                <a:sym typeface="Calibri"/>
                <a:hlinkClick r:id="rId12"/>
              </a:rPr>
              <a:t>geometry primitives</a:t>
            </a:r>
            <a:r>
              <a:rPr lang="en-US" sz="1200" b="0" i="0" u="none" strike="noStrike" cap="none" dirty="0">
                <a:solidFill>
                  <a:schemeClr val="dk1"/>
                </a:solidFill>
                <a:effectLst/>
                <a:latin typeface="Calibri"/>
                <a:ea typeface="Calibri"/>
                <a:cs typeface="Calibri"/>
                <a:sym typeface="Calibri"/>
              </a:rPr>
              <a:t>. You can also </a:t>
            </a:r>
            <a:r>
              <a:rPr lang="en-US" sz="1200" b="0" i="0" u="none" strike="noStrike" cap="none" dirty="0">
                <a:solidFill>
                  <a:schemeClr val="dk1"/>
                </a:solidFill>
                <a:effectLst/>
                <a:latin typeface="Calibri"/>
                <a:ea typeface="Calibri"/>
                <a:cs typeface="Calibri"/>
                <a:sym typeface="Calibri"/>
                <a:hlinkClick r:id="rId13"/>
              </a:rPr>
              <a:t>create custom geometry</a:t>
            </a:r>
            <a:r>
              <a:rPr lang="en-US" sz="1200" b="0" i="0" u="none" strike="noStrike" cap="none" dirty="0">
                <a:solidFill>
                  <a:schemeClr val="dk1"/>
                </a:solidFill>
                <a:effectLst/>
                <a:latin typeface="Calibri"/>
                <a:ea typeface="Calibri"/>
                <a:cs typeface="Calibri"/>
                <a:sym typeface="Calibri"/>
              </a:rPr>
              <a:t> as well as </a:t>
            </a:r>
            <a:r>
              <a:rPr lang="en-US" sz="1200" b="0" i="0" u="none" strike="noStrike" cap="none" dirty="0">
                <a:solidFill>
                  <a:schemeClr val="dk1"/>
                </a:solidFill>
                <a:effectLst/>
                <a:latin typeface="Calibri"/>
                <a:ea typeface="Calibri"/>
                <a:cs typeface="Calibri"/>
                <a:sym typeface="Calibri"/>
                <a:hlinkClick r:id="rId14"/>
              </a:rPr>
              <a:t>load geometry from files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objects represent </a:t>
            </a:r>
            <a:r>
              <a:rPr lang="en-US" sz="1200" b="0" i="0" u="none" strike="noStrike" cap="none" dirty="0">
                <a:solidFill>
                  <a:schemeClr val="dk1"/>
                </a:solidFill>
                <a:effectLst/>
                <a:latin typeface="Calibri"/>
                <a:ea typeface="Calibri"/>
                <a:cs typeface="Calibri"/>
                <a:sym typeface="Calibri"/>
                <a:hlinkClick r:id="rId15"/>
              </a:rPr>
              <a:t>the surface properties used to draw geometry</a:t>
            </a:r>
            <a:r>
              <a:rPr lang="en-US" sz="1200" b="0" i="0" u="none" strike="noStrike" cap="none" dirty="0">
                <a:solidFill>
                  <a:schemeClr val="dk1"/>
                </a:solidFill>
                <a:effectLst/>
                <a:latin typeface="Calibri"/>
                <a:ea typeface="Calibri"/>
                <a:cs typeface="Calibri"/>
                <a:sym typeface="Calibri"/>
              </a:rPr>
              <a:t> including things like the color to use and how shiny it is. A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can also reference one or more </a:t>
            </a:r>
            <a:r>
              <a:rPr lang="en-US" sz="1200" b="0" i="0" u="none" strike="noStrike" cap="none" dirty="0">
                <a:solidFill>
                  <a:schemeClr val="dk1"/>
                </a:solidFill>
                <a:effectLst/>
                <a:latin typeface="Calibri"/>
                <a:ea typeface="Calibri"/>
                <a:cs typeface="Calibri"/>
                <a:sym typeface="Calibri"/>
                <a:hlinkClick r:id="rId16"/>
              </a:rPr>
              <a:t>Texture</a:t>
            </a:r>
            <a:r>
              <a:rPr lang="en-US" sz="1200" b="0" i="0" u="none" strike="noStrike" cap="none" dirty="0">
                <a:solidFill>
                  <a:schemeClr val="dk1"/>
                </a:solidFill>
                <a:effectLst/>
                <a:latin typeface="Calibri"/>
                <a:ea typeface="Calibri"/>
                <a:cs typeface="Calibri"/>
                <a:sym typeface="Calibri"/>
              </a:rPr>
              <a:t> objects which can be used, for example, to wrap an image onto the surface of a geometry.</a:t>
            </a:r>
          </a:p>
          <a:p>
            <a:pPr algn="just">
              <a:buFontTx/>
              <a:buChar char="-"/>
            </a:pPr>
            <a:endParaRPr lang="en-US" sz="1200" b="0" i="0" u="none" strike="noStrike" cap="none" dirty="0">
              <a:solidFill>
                <a:schemeClr val="dk1"/>
              </a:solidFill>
              <a:effectLst/>
              <a:latin typeface="Calibri"/>
              <a:ea typeface="Calibri"/>
              <a:cs typeface="Calibri"/>
              <a:sym typeface="Calibri"/>
              <a:hlinkClick r:id="rId16"/>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16"/>
              </a:rPr>
              <a:t>Texture</a:t>
            </a:r>
            <a:r>
              <a:rPr lang="en-US" sz="1200" b="0" i="0" u="none" strike="noStrike" cap="none" dirty="0">
                <a:solidFill>
                  <a:schemeClr val="dk1"/>
                </a:solidFill>
                <a:effectLst/>
                <a:latin typeface="Calibri"/>
                <a:ea typeface="Calibri"/>
                <a:cs typeface="Calibri"/>
                <a:sym typeface="Calibri"/>
              </a:rPr>
              <a:t> objects generally represent images either </a:t>
            </a:r>
            <a:r>
              <a:rPr lang="en-US" sz="1200" b="0" i="0" u="none" strike="noStrike" cap="none" dirty="0">
                <a:solidFill>
                  <a:schemeClr val="dk1"/>
                </a:solidFill>
                <a:effectLst/>
                <a:latin typeface="Calibri"/>
                <a:ea typeface="Calibri"/>
                <a:cs typeface="Calibri"/>
                <a:sym typeface="Calibri"/>
                <a:hlinkClick r:id="rId17"/>
              </a:rPr>
              <a:t>loaded from image files</a:t>
            </a: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hlinkClick r:id="rId18"/>
              </a:rPr>
              <a:t>generated from a canvas</a:t>
            </a:r>
            <a:r>
              <a:rPr lang="en-US" sz="1200" b="0" i="0" u="none" strike="noStrike" cap="none" dirty="0">
                <a:solidFill>
                  <a:schemeClr val="dk1"/>
                </a:solidFill>
                <a:effectLst/>
                <a:latin typeface="Calibri"/>
                <a:ea typeface="Calibri"/>
                <a:cs typeface="Calibri"/>
                <a:sym typeface="Calibri"/>
              </a:rPr>
              <a:t> or </a:t>
            </a:r>
            <a:r>
              <a:rPr lang="en-US" sz="1200" b="0" i="0" u="none" strike="noStrike" cap="none" dirty="0">
                <a:solidFill>
                  <a:schemeClr val="dk1"/>
                </a:solidFill>
                <a:effectLst/>
                <a:latin typeface="Calibri"/>
                <a:ea typeface="Calibri"/>
                <a:cs typeface="Calibri"/>
                <a:sym typeface="Calibri"/>
                <a:hlinkClick r:id="rId19"/>
              </a:rPr>
              <a:t>rendered from another scene</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hlinkClick r:id="rId8"/>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8"/>
              </a:rPr>
              <a:t>Light</a:t>
            </a:r>
            <a:r>
              <a:rPr lang="en-US" sz="1200" b="0" i="0" u="none" strike="noStrike" cap="none" dirty="0">
                <a:solidFill>
                  <a:schemeClr val="dk1"/>
                </a:solidFill>
                <a:effectLst/>
                <a:latin typeface="Calibri"/>
                <a:ea typeface="Calibri"/>
                <a:cs typeface="Calibri"/>
                <a:sym typeface="Calibri"/>
              </a:rPr>
              <a:t> objects represent </a:t>
            </a:r>
            <a:r>
              <a:rPr lang="en-US" sz="1200" b="0" i="0" u="none" strike="noStrike" cap="none" dirty="0">
                <a:solidFill>
                  <a:schemeClr val="dk1"/>
                </a:solidFill>
                <a:effectLst/>
                <a:latin typeface="Calibri"/>
                <a:ea typeface="Calibri"/>
                <a:cs typeface="Calibri"/>
                <a:sym typeface="Calibri"/>
                <a:hlinkClick r:id="rId20"/>
              </a:rPr>
              <a:t>different kinds of lights</a:t>
            </a:r>
            <a:r>
              <a:rPr lang="en-US" sz="1200" b="0" i="0" u="none" strike="noStrike" cap="none" dirty="0">
                <a:solidFill>
                  <a:schemeClr val="dk1"/>
                </a:solidFill>
                <a:effectLst/>
                <a:latin typeface="Calibri"/>
                <a:ea typeface="Calibri"/>
                <a:cs typeface="Calibri"/>
                <a:sym typeface="Calibri"/>
              </a:rPr>
              <a:t>.</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C0DAEBE7-F9B7-0A88-13C9-07F7E4DD2744}"/>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6E32A4AA-4EE5-C432-DFFB-A235B5E4FB64}"/>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13712478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C2D2DB31-8E90-C75C-BCB1-8EE1A0FE1304}"/>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5CEBB473-BFF9-0E73-E6F0-47D3E3B678D0}"/>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230BDD6-3A18-10C6-A149-9E2230FCFF83}"/>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en-US" sz="1200" b="0" i="0" u="none" strike="noStrike" cap="none" dirty="0">
                <a:solidFill>
                  <a:schemeClr val="dk1"/>
                </a:solidFill>
                <a:effectLst/>
                <a:latin typeface="Calibri"/>
                <a:ea typeface="Calibri"/>
                <a:cs typeface="Calibri"/>
                <a:sym typeface="Calibri"/>
              </a:rPr>
              <a:t>// Creating scene</a:t>
            </a:r>
          </a:p>
          <a:p>
            <a:r>
              <a:rPr lang="en-US" sz="1200" b="0" i="0" u="none" strike="noStrike" cap="none" dirty="0">
                <a:solidFill>
                  <a:schemeClr val="dk1"/>
                </a:solidFill>
                <a:effectLst/>
                <a:latin typeface="Calibri"/>
                <a:ea typeface="Calibri"/>
                <a:cs typeface="Calibri"/>
                <a:sym typeface="Calibri"/>
              </a:rPr>
              <a:t>There are a few different cameras in three.js. For now, let's use a </a:t>
            </a:r>
            <a:r>
              <a:rPr lang="en-US" sz="1200" b="0" i="0" u="none" strike="noStrike" cap="none" dirty="0" err="1">
                <a:solidFill>
                  <a:schemeClr val="dk1"/>
                </a:solidFill>
                <a:effectLst/>
                <a:latin typeface="Calibri"/>
                <a:ea typeface="Calibri"/>
                <a:cs typeface="Calibri"/>
                <a:sym typeface="Calibri"/>
              </a:rPr>
              <a:t>PerspectiveCamera</a:t>
            </a:r>
            <a:r>
              <a:rPr lang="en-US" sz="1200" b="0" i="0" u="none" strike="noStrike" cap="none" dirty="0">
                <a:solidFill>
                  <a:schemeClr val="dk1"/>
                </a:solidFill>
                <a:effectLst/>
                <a:latin typeface="Calibri"/>
                <a:ea typeface="Calibri"/>
                <a:cs typeface="Calibri"/>
                <a:sym typeface="Calibri"/>
              </a:rPr>
              <a: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first attribute is the field of view. FOV is the extent of the scene that is seen on the display at any given moment. The value is in degrees.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second one is the aspect ratio. You almost always want to use the width of the element divided by the height, or you'll get the same result as when you play old movies on a widescreen</a:t>
            </a:r>
          </a:p>
          <a:p>
            <a:r>
              <a:rPr lang="en-US" sz="1200" b="0" i="0" u="none" strike="noStrike" cap="none" dirty="0">
                <a:solidFill>
                  <a:schemeClr val="dk1"/>
                </a:solidFill>
                <a:effectLst/>
                <a:latin typeface="Calibri"/>
                <a:ea typeface="Calibri"/>
                <a:cs typeface="Calibri"/>
                <a:sym typeface="Calibri"/>
              </a:rPr>
              <a:t>TV - the image looks squished.</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next two attributes are the near and far clipping plane. What that means, is that objects further away from the camera than the value of far or closer than near won't be rendered. You</a:t>
            </a:r>
          </a:p>
          <a:p>
            <a:r>
              <a:rPr lang="en-US" sz="1200" b="0" i="0" u="none" strike="noStrike" cap="none" dirty="0">
                <a:solidFill>
                  <a:schemeClr val="dk1"/>
                </a:solidFill>
                <a:effectLst/>
                <a:latin typeface="Calibri"/>
                <a:ea typeface="Calibri"/>
                <a:cs typeface="Calibri"/>
                <a:sym typeface="Calibri"/>
              </a:rPr>
              <a:t>don't have to worry about this now, but you may want to use other values in your apps to get better performance.</a:t>
            </a:r>
          </a:p>
          <a:p>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en-US" dirty="0"/>
              <a:t>Camera parameters:</a:t>
            </a:r>
          </a:p>
          <a:p>
            <a:pPr>
              <a:buFontTx/>
              <a:buChar char="-"/>
            </a:pPr>
            <a:r>
              <a:rPr lang="en-US" sz="1200" b="1" i="0" u="none" strike="noStrike" cap="none" dirty="0" err="1">
                <a:solidFill>
                  <a:schemeClr val="dk1"/>
                </a:solidFill>
                <a:effectLst/>
                <a:latin typeface="Calibri"/>
                <a:ea typeface="Calibri"/>
                <a:cs typeface="Calibri"/>
                <a:sym typeface="Calibri"/>
              </a:rPr>
              <a:t>fov</a:t>
            </a:r>
            <a:r>
              <a:rPr lang="en-US" sz="1200" b="1"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rPr>
              <a:t>is short for field of view. In this case 75 degrees in the vertical dimension. Note that most angles in three.js are in radians but for some reason the perspective camera takes degrees.</a:t>
            </a:r>
          </a:p>
          <a:p>
            <a:pPr>
              <a:buFontTx/>
              <a:buChar char="-"/>
            </a:pPr>
            <a:r>
              <a:rPr lang="en-US" sz="1200" b="1" i="0" u="none" strike="noStrike" cap="none" dirty="0">
                <a:solidFill>
                  <a:schemeClr val="dk1"/>
                </a:solidFill>
                <a:effectLst/>
                <a:latin typeface="Calibri"/>
                <a:ea typeface="Calibri"/>
                <a:cs typeface="Calibri"/>
                <a:sym typeface="Calibri"/>
              </a:rPr>
              <a:t>aspect </a:t>
            </a:r>
            <a:r>
              <a:rPr lang="en-US" sz="1200" b="0" i="0" u="none" strike="noStrike" cap="none" dirty="0">
                <a:solidFill>
                  <a:schemeClr val="dk1"/>
                </a:solidFill>
                <a:effectLst/>
                <a:latin typeface="Calibri"/>
                <a:ea typeface="Calibri"/>
                <a:cs typeface="Calibri"/>
                <a:sym typeface="Calibri"/>
              </a:rPr>
              <a:t>is the display aspect of the canvas. We'll go over the details </a:t>
            </a:r>
            <a:r>
              <a:rPr lang="en-US" sz="1200" b="0" i="0" u="none" strike="noStrike" cap="none" dirty="0">
                <a:solidFill>
                  <a:schemeClr val="dk1"/>
                </a:solidFill>
                <a:effectLst/>
                <a:latin typeface="Calibri"/>
                <a:ea typeface="Calibri"/>
                <a:cs typeface="Calibri"/>
                <a:sym typeface="Calibri"/>
                <a:hlinkClick r:id="rId3"/>
              </a:rPr>
              <a:t>in another article</a:t>
            </a:r>
            <a:r>
              <a:rPr lang="en-US" sz="1200" b="0" i="0" u="none" strike="noStrike" cap="none" dirty="0">
                <a:solidFill>
                  <a:schemeClr val="dk1"/>
                </a:solidFill>
                <a:effectLst/>
                <a:latin typeface="Calibri"/>
                <a:ea typeface="Calibri"/>
                <a:cs typeface="Calibri"/>
                <a:sym typeface="Calibri"/>
              </a:rPr>
              <a:t> but by default a canvas is 300x150 pixels which makes the aspect 300/150 or 2.</a:t>
            </a:r>
          </a:p>
          <a:p>
            <a:pPr>
              <a:buFontTx/>
              <a:buChar char="-"/>
            </a:pPr>
            <a:r>
              <a:rPr lang="en-US" sz="1200" b="1" i="0" u="none" strike="noStrike" cap="none" dirty="0">
                <a:solidFill>
                  <a:schemeClr val="dk1"/>
                </a:solidFill>
                <a:effectLst/>
                <a:latin typeface="Calibri"/>
                <a:ea typeface="Calibri"/>
                <a:cs typeface="Calibri"/>
                <a:sym typeface="Calibri"/>
              </a:rPr>
              <a:t>near </a:t>
            </a:r>
            <a:r>
              <a:rPr lang="en-US" sz="1200" b="0" i="0" u="none" strike="noStrike" cap="none" dirty="0">
                <a:solidFill>
                  <a:schemeClr val="dk1"/>
                </a:solidFill>
                <a:effectLst/>
                <a:latin typeface="Calibri"/>
                <a:ea typeface="Calibri"/>
                <a:cs typeface="Calibri"/>
                <a:sym typeface="Calibri"/>
              </a:rPr>
              <a:t>and </a:t>
            </a:r>
            <a:r>
              <a:rPr lang="en-US" sz="1200" b="1" i="0" u="none" strike="noStrike" cap="none" dirty="0">
                <a:solidFill>
                  <a:schemeClr val="dk1"/>
                </a:solidFill>
                <a:effectLst/>
                <a:latin typeface="Calibri"/>
                <a:ea typeface="Calibri"/>
                <a:cs typeface="Calibri"/>
                <a:sym typeface="Calibri"/>
              </a:rPr>
              <a:t>far </a:t>
            </a:r>
            <a:r>
              <a:rPr lang="en-US" sz="1200" b="0" i="0" u="none" strike="noStrike" cap="none" dirty="0">
                <a:solidFill>
                  <a:schemeClr val="dk1"/>
                </a:solidFill>
                <a:effectLst/>
                <a:latin typeface="Calibri"/>
                <a:ea typeface="Calibri"/>
                <a:cs typeface="Calibri"/>
                <a:sym typeface="Calibri"/>
              </a:rPr>
              <a:t>represent the space in front of the camera that will be rendered. Anything before that range or after that range will be clipped (not drawn).</a:t>
            </a:r>
          </a:p>
          <a:p>
            <a:pPr>
              <a:buFontTx/>
              <a:buChar char="-"/>
            </a:pPr>
            <a:r>
              <a:rPr lang="en-US" sz="1200" b="0" i="0" u="none" strike="noStrike" cap="none" dirty="0">
                <a:solidFill>
                  <a:schemeClr val="dk1"/>
                </a:solidFill>
                <a:effectLst/>
                <a:latin typeface="Calibri"/>
                <a:ea typeface="Calibri"/>
                <a:cs typeface="Calibri"/>
                <a:sym typeface="Calibri"/>
              </a:rPr>
              <a:t>The height of the near and far planes are determined by the field of view. The width of both planes is determined by the field of view and the aspect.</a:t>
            </a:r>
          </a:p>
          <a:p>
            <a:pPr>
              <a:buFontTx/>
              <a:buChar char="-"/>
            </a:pPr>
            <a:r>
              <a:rPr lang="en-US" sz="1200" b="0" i="0" u="none" strike="noStrike" cap="none" dirty="0">
                <a:solidFill>
                  <a:schemeClr val="dk1"/>
                </a:solidFill>
                <a:effectLst/>
                <a:latin typeface="Calibri"/>
                <a:ea typeface="Calibri"/>
                <a:cs typeface="Calibri"/>
                <a:sym typeface="Calibri"/>
              </a:rPr>
              <a:t>Anything inside the defined frustum will be drawn. Anything outside will not.</a:t>
            </a:r>
          </a:p>
          <a:p>
            <a:pPr>
              <a:buFontTx/>
              <a:buChar char="-"/>
            </a:pPr>
            <a:r>
              <a:rPr lang="en-US" sz="1200" b="0" i="0" u="none" strike="noStrike" cap="none" dirty="0">
                <a:solidFill>
                  <a:schemeClr val="dk1"/>
                </a:solidFill>
                <a:effectLst/>
                <a:latin typeface="Calibri"/>
                <a:ea typeface="Calibri"/>
                <a:cs typeface="Calibri"/>
                <a:sym typeface="Calibri"/>
              </a:rPr>
              <a:t>The camera defaults to looking down the -Z axis with +Y up. We'll put our cube at the origin so we need to move the camera back a little from the origin in order to see anything.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Coordinate system:</a:t>
            </a: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In the diagram above we can see our camera is at z = 2. It's looking down the -Z axis. Our frustum starts 0.1 units from the front of the camera and goes to 5 units in front of the camera. Because in this diagram we are looking down, the field of view is affected by the aspect. Our canvas is twice as wide as it is tall so across the canvas the field of view will be much wider than our specified 75 degrees which is the vertical field of view.</a:t>
            </a:r>
            <a:endParaRPr lang="en-US" dirty="0"/>
          </a:p>
          <a:p>
            <a:endParaRPr lang="en-US" sz="1200" b="0" i="0" u="none" strike="noStrike" cap="none" dirty="0">
              <a:solidFill>
                <a:schemeClr val="dk1"/>
              </a:solidFill>
              <a:effectLst/>
              <a:latin typeface="Calibri"/>
              <a:ea typeface="Calibri"/>
              <a:cs typeface="Calibri"/>
              <a:sym typeface="Calibri"/>
            </a:endParaRP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Next up is the renderer. In addition to creating the renderer instance, we also need to set the size at which we want it to render our app. It's a good idea to use the width and height of the</a:t>
            </a:r>
          </a:p>
          <a:p>
            <a:r>
              <a:rPr lang="en-US" sz="1200" b="0" i="0" u="none" strike="noStrike" cap="none" dirty="0">
                <a:solidFill>
                  <a:schemeClr val="dk1"/>
                </a:solidFill>
                <a:effectLst/>
                <a:latin typeface="Calibri"/>
                <a:ea typeface="Calibri"/>
                <a:cs typeface="Calibri"/>
                <a:sym typeface="Calibri"/>
              </a:rPr>
              <a:t>area we want to fill with our app - in this case, the width and height of the browser window. For performance intensive apps, you can also give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 smaller values,</a:t>
            </a:r>
          </a:p>
          <a:p>
            <a:r>
              <a:rPr lang="en-US" sz="1200" b="0" i="0" u="none" strike="noStrike" cap="none" dirty="0">
                <a:solidFill>
                  <a:schemeClr val="dk1"/>
                </a:solidFill>
                <a:effectLst/>
                <a:latin typeface="Calibri"/>
                <a:ea typeface="Calibri"/>
                <a:cs typeface="Calibri"/>
                <a:sym typeface="Calibri"/>
              </a:rPr>
              <a:t>like </a:t>
            </a:r>
            <a:r>
              <a:rPr lang="en-US" sz="1200" b="0" i="0" u="none" strike="noStrike" cap="none" dirty="0" err="1">
                <a:solidFill>
                  <a:schemeClr val="dk1"/>
                </a:solidFill>
                <a:effectLst/>
                <a:latin typeface="Calibri"/>
                <a:ea typeface="Calibri"/>
                <a:cs typeface="Calibri"/>
                <a:sym typeface="Calibri"/>
              </a:rPr>
              <a:t>window.innerWidth</a:t>
            </a:r>
            <a:r>
              <a:rPr lang="en-US" sz="1200" b="0" i="0" u="none" strike="noStrike" cap="none" dirty="0">
                <a:solidFill>
                  <a:schemeClr val="dk1"/>
                </a:solidFill>
                <a:effectLst/>
                <a:latin typeface="Calibri"/>
                <a:ea typeface="Calibri"/>
                <a:cs typeface="Calibri"/>
                <a:sym typeface="Calibri"/>
              </a:rPr>
              <a:t>/2 and </a:t>
            </a:r>
            <a:r>
              <a:rPr lang="en-US" sz="1200" b="0" i="0" u="none" strike="noStrike" cap="none" dirty="0" err="1">
                <a:solidFill>
                  <a:schemeClr val="dk1"/>
                </a:solidFill>
                <a:effectLst/>
                <a:latin typeface="Calibri"/>
                <a:ea typeface="Calibri"/>
                <a:cs typeface="Calibri"/>
                <a:sym typeface="Calibri"/>
              </a:rPr>
              <a:t>window.innerHeight</a:t>
            </a:r>
            <a:r>
              <a:rPr lang="en-US" sz="1200" b="0" i="0" u="none" strike="noStrike" cap="none" dirty="0">
                <a:solidFill>
                  <a:schemeClr val="dk1"/>
                </a:solidFill>
                <a:effectLst/>
                <a:latin typeface="Calibri"/>
                <a:ea typeface="Calibri"/>
                <a:cs typeface="Calibri"/>
                <a:sym typeface="Calibri"/>
              </a:rPr>
              <a:t>/2, which will make the app render at quarter size.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If you wish to keep the size of your app but render it at a lower resolution, you can do so by calling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 with false as </a:t>
            </a:r>
            <a:r>
              <a:rPr lang="en-US" sz="1200" b="0" i="0" u="none" strike="noStrike" cap="none" dirty="0" err="1">
                <a:solidFill>
                  <a:schemeClr val="dk1"/>
                </a:solidFill>
                <a:effectLst/>
                <a:latin typeface="Calibri"/>
                <a:ea typeface="Calibri"/>
                <a:cs typeface="Calibri"/>
                <a:sym typeface="Calibri"/>
              </a:rPr>
              <a:t>updateStyle</a:t>
            </a:r>
            <a:r>
              <a:rPr lang="en-US" sz="1200" b="0" i="0" u="none" strike="noStrike" cap="none" dirty="0">
                <a:solidFill>
                  <a:schemeClr val="dk1"/>
                </a:solidFill>
                <a:effectLst/>
                <a:latin typeface="Calibri"/>
                <a:ea typeface="Calibri"/>
                <a:cs typeface="Calibri"/>
                <a:sym typeface="Calibri"/>
              </a:rPr>
              <a:t> (the third argument). For</a:t>
            </a:r>
          </a:p>
          <a:p>
            <a:r>
              <a:rPr lang="en-US" sz="1200" b="0" i="0" u="none" strike="noStrike" cap="none" dirty="0">
                <a:solidFill>
                  <a:schemeClr val="dk1"/>
                </a:solidFill>
                <a:effectLst/>
                <a:latin typeface="Calibri"/>
                <a:ea typeface="Calibri"/>
                <a:cs typeface="Calibri"/>
                <a:sym typeface="Calibri"/>
              </a:rPr>
              <a:t>example,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window.innerWidth</a:t>
            </a:r>
            <a:r>
              <a:rPr lang="en-US" sz="1200" b="0" i="0" u="none" strike="noStrike" cap="none" dirty="0">
                <a:solidFill>
                  <a:schemeClr val="dk1"/>
                </a:solidFill>
                <a:effectLst/>
                <a:latin typeface="Calibri"/>
                <a:ea typeface="Calibri"/>
                <a:cs typeface="Calibri"/>
                <a:sym typeface="Calibri"/>
              </a:rPr>
              <a:t>/2, </a:t>
            </a:r>
            <a:r>
              <a:rPr lang="en-US" sz="1200" b="0" i="0" u="none" strike="noStrike" cap="none" dirty="0" err="1">
                <a:solidFill>
                  <a:schemeClr val="dk1"/>
                </a:solidFill>
                <a:effectLst/>
                <a:latin typeface="Calibri"/>
                <a:ea typeface="Calibri"/>
                <a:cs typeface="Calibri"/>
                <a:sym typeface="Calibri"/>
              </a:rPr>
              <a:t>window.innerHeight</a:t>
            </a:r>
            <a:r>
              <a:rPr lang="en-US" sz="1200" b="0" i="0" u="none" strike="noStrike" cap="none" dirty="0">
                <a:solidFill>
                  <a:schemeClr val="dk1"/>
                </a:solidFill>
                <a:effectLst/>
                <a:latin typeface="Calibri"/>
                <a:ea typeface="Calibri"/>
                <a:cs typeface="Calibri"/>
                <a:sym typeface="Calibri"/>
              </a:rPr>
              <a:t>/2, false) will render your app at half resolution, given that your &lt;canvas&gt; has 100% width and height.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Last but not least, we add the renderer element to our HTML document. This is a &lt;canvas&gt; element the renderer uses to display the scene to us.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Adding a cube</a:t>
            </a:r>
          </a:p>
          <a:p>
            <a:r>
              <a:rPr lang="en-US" sz="1200" b="0" i="0" u="none" strike="noStrike" cap="none" dirty="0">
                <a:solidFill>
                  <a:schemeClr val="dk1"/>
                </a:solidFill>
                <a:effectLst/>
                <a:latin typeface="Calibri"/>
                <a:ea typeface="Calibri"/>
                <a:cs typeface="Calibri"/>
                <a:sym typeface="Calibri"/>
              </a:rPr>
              <a:t>To create a cube, we need a </a:t>
            </a:r>
            <a:r>
              <a:rPr lang="en-US" sz="1200" b="0" i="0" u="none" strike="noStrike" cap="none" dirty="0" err="1">
                <a:solidFill>
                  <a:schemeClr val="dk1"/>
                </a:solidFill>
                <a:effectLst/>
                <a:latin typeface="Calibri"/>
                <a:ea typeface="Calibri"/>
                <a:cs typeface="Calibri"/>
                <a:sym typeface="Calibri"/>
              </a:rPr>
              <a:t>BoxGeometry</a:t>
            </a:r>
            <a:r>
              <a:rPr lang="en-US" sz="1200" b="0" i="0" u="none" strike="noStrike" cap="none" dirty="0">
                <a:solidFill>
                  <a:schemeClr val="dk1"/>
                </a:solidFill>
                <a:effectLst/>
                <a:latin typeface="Calibri"/>
                <a:ea typeface="Calibri"/>
                <a:cs typeface="Calibri"/>
                <a:sym typeface="Calibri"/>
              </a:rPr>
              <a:t>. This is an object that contains all the points (vertices) and fill (faces) of the cube. We'll explore this more in the future.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In addition to the geometry, we need a material to color it. Three.js comes with several materials, but we'll stick to the </a:t>
            </a:r>
            <a:r>
              <a:rPr lang="en-US" sz="1200" b="0" i="0" u="none" strike="noStrike" cap="none" dirty="0" err="1">
                <a:solidFill>
                  <a:schemeClr val="dk1"/>
                </a:solidFill>
                <a:effectLst/>
                <a:latin typeface="Calibri"/>
                <a:ea typeface="Calibri"/>
                <a:cs typeface="Calibri"/>
                <a:sym typeface="Calibri"/>
              </a:rPr>
              <a:t>MeshBasicMaterial</a:t>
            </a:r>
            <a:r>
              <a:rPr lang="en-US" sz="1200" b="0" i="0" u="none" strike="noStrike" cap="none" dirty="0">
                <a:solidFill>
                  <a:schemeClr val="dk1"/>
                </a:solidFill>
                <a:effectLst/>
                <a:latin typeface="Calibri"/>
                <a:ea typeface="Calibri"/>
                <a:cs typeface="Calibri"/>
                <a:sym typeface="Calibri"/>
              </a:rPr>
              <a:t> for now. All materials take an object of properties which will be applied to them. To keep things very simple, we only supply a color attribute of 0x00ff00, which is green. This works the same way that colors work in CSS or Photoshop (hex colors).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third thing we need is a Mesh. A mesh is an object that takes a geometry, and applies a material to it, which we then can insert to our scene, and move freely around.</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By default, when we call </a:t>
            </a:r>
            <a:r>
              <a:rPr lang="en-US" sz="1200" b="0" i="0" u="none" strike="noStrike" cap="none" dirty="0" err="1">
                <a:solidFill>
                  <a:schemeClr val="dk1"/>
                </a:solidFill>
                <a:effectLst/>
                <a:latin typeface="Calibri"/>
                <a:ea typeface="Calibri"/>
                <a:cs typeface="Calibri"/>
                <a:sym typeface="Calibri"/>
              </a:rPr>
              <a:t>scene.add</a:t>
            </a:r>
            <a:r>
              <a:rPr lang="en-US" sz="1200" b="0" i="0" u="none" strike="noStrike" cap="none" dirty="0">
                <a:solidFill>
                  <a:schemeClr val="dk1"/>
                </a:solidFill>
                <a:effectLst/>
                <a:latin typeface="Calibri"/>
                <a:ea typeface="Calibri"/>
                <a:cs typeface="Calibri"/>
                <a:sym typeface="Calibri"/>
              </a:rPr>
              <a:t>(), the thing we add will be added to the coordinates (0,0,0). This would cause both the camera and the cube to be inside each other. To avoid this, we simply move the camera out a bit.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Rendering the scene:</a:t>
            </a:r>
          </a:p>
          <a:p>
            <a:r>
              <a:rPr lang="en-US" sz="1200" b="0" i="0" u="none" strike="noStrike" cap="none" dirty="0">
                <a:solidFill>
                  <a:schemeClr val="dk1"/>
                </a:solidFill>
                <a:effectLst/>
                <a:latin typeface="Calibri"/>
                <a:ea typeface="Calibri"/>
                <a:cs typeface="Calibri"/>
                <a:sym typeface="Calibri"/>
              </a:rPr>
              <a:t>If you copied the code from above into the main.js file we created earlier, you wouldn't be able to see anything. This is because we're not actually rendering anything yet. For that, we need what's called a render or animation loop.</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This will create a loop that causes the renderer to draw the scene every time the screen is refreshed (on a typical screen this means 60 times per second). If you're new to writing games in the browser, you might say </a:t>
            </a:r>
            <a:r>
              <a:rPr lang="en-US" sz="1200" b="0" i="1" u="none" strike="noStrike" cap="none" dirty="0">
                <a:solidFill>
                  <a:schemeClr val="dk1"/>
                </a:solidFill>
                <a:effectLst/>
                <a:latin typeface="Calibri"/>
                <a:ea typeface="Calibri"/>
                <a:cs typeface="Calibri"/>
                <a:sym typeface="Calibri"/>
              </a:rPr>
              <a:t>"why don't we just create a </a:t>
            </a:r>
            <a:r>
              <a:rPr lang="en-US" sz="1200" b="0" i="1" u="none" strike="noStrike" cap="none" dirty="0" err="1">
                <a:solidFill>
                  <a:schemeClr val="dk1"/>
                </a:solidFill>
                <a:effectLst/>
                <a:latin typeface="Calibri"/>
                <a:ea typeface="Calibri"/>
                <a:cs typeface="Calibri"/>
                <a:sym typeface="Calibri"/>
              </a:rPr>
              <a:t>setInterval</a:t>
            </a:r>
            <a:r>
              <a:rPr lang="en-US" sz="1200" b="0" i="1"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rPr>
              <a:t> The thing is - we could, but </a:t>
            </a:r>
            <a:r>
              <a:rPr lang="en-US" sz="1200" b="0" i="0" u="none" strike="noStrike" cap="none" dirty="0" err="1">
                <a:solidFill>
                  <a:schemeClr val="dk1"/>
                </a:solidFill>
                <a:effectLst/>
                <a:latin typeface="Calibri"/>
                <a:ea typeface="Calibri"/>
                <a:cs typeface="Calibri"/>
                <a:sym typeface="Calibri"/>
              </a:rPr>
              <a:t>requestAnimationFrame</a:t>
            </a:r>
            <a:r>
              <a:rPr lang="en-US" sz="1200" b="0" i="0" u="none" strike="noStrike" cap="none" dirty="0">
                <a:solidFill>
                  <a:schemeClr val="dk1"/>
                </a:solidFill>
                <a:effectLst/>
                <a:latin typeface="Calibri"/>
                <a:ea typeface="Calibri"/>
                <a:cs typeface="Calibri"/>
                <a:sym typeface="Calibri"/>
              </a:rPr>
              <a:t> which is internally used in </a:t>
            </a:r>
            <a:r>
              <a:rPr lang="en-US" sz="1200" b="0" i="0" u="none" strike="noStrike" cap="none" dirty="0" err="1">
                <a:solidFill>
                  <a:schemeClr val="dk1"/>
                </a:solidFill>
                <a:effectLst/>
                <a:latin typeface="Calibri"/>
                <a:ea typeface="Calibri"/>
                <a:cs typeface="Calibri"/>
                <a:sym typeface="Calibri"/>
              </a:rPr>
              <a:t>WebGLRenderer</a:t>
            </a:r>
            <a:r>
              <a:rPr lang="en-US" sz="1200" b="0" i="0" u="none" strike="noStrike" cap="none" dirty="0">
                <a:solidFill>
                  <a:schemeClr val="dk1"/>
                </a:solidFill>
                <a:effectLst/>
                <a:latin typeface="Calibri"/>
                <a:ea typeface="Calibri"/>
                <a:cs typeface="Calibri"/>
                <a:sym typeface="Calibri"/>
              </a:rPr>
              <a:t> has a number of advantages. Perhaps the most important one is that it pauses when the user navigates to another browser tab, hence not wasting their precious processing power and battery life.</a:t>
            </a:r>
          </a:p>
          <a:p>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6A4D74FC-3A66-572E-7F18-4A811C1DAF0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15AB97F-2B2A-ED18-D7B2-743AE0D1CE53}"/>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366979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D36B0032-8587-3F8B-C7BF-BAB2A60ACCD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FB4E7CC5-19F2-4903-C027-AA53A1828EAF}"/>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3C22222D-37D7-DAB6-0E76-6203780C1A9B}"/>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Camera parameters:</a:t>
            </a:r>
          </a:p>
          <a:p>
            <a:pPr>
              <a:buFontTx/>
              <a:buChar char="-"/>
            </a:pPr>
            <a:r>
              <a:rPr lang="en-US" sz="1200" b="1" i="0" u="none" strike="noStrike" cap="none" dirty="0" err="1">
                <a:solidFill>
                  <a:schemeClr val="dk1"/>
                </a:solidFill>
                <a:effectLst/>
                <a:latin typeface="Calibri"/>
                <a:ea typeface="Calibri"/>
                <a:cs typeface="Calibri"/>
                <a:sym typeface="Calibri"/>
              </a:rPr>
              <a:t>fov</a:t>
            </a:r>
            <a:r>
              <a:rPr lang="en-US" sz="1200" b="1"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rPr>
              <a:t>is short for field of view. In this case 75 degrees in the vertical dimension. Note that most angles in three.js are in radians but for some reason the perspective camera takes degrees.</a:t>
            </a:r>
          </a:p>
          <a:p>
            <a:pPr>
              <a:buFontTx/>
              <a:buChar char="-"/>
            </a:pPr>
            <a:r>
              <a:rPr lang="en-US" sz="1200" b="1" i="0" u="none" strike="noStrike" cap="none" dirty="0">
                <a:solidFill>
                  <a:schemeClr val="dk1"/>
                </a:solidFill>
                <a:effectLst/>
                <a:latin typeface="Calibri"/>
                <a:ea typeface="Calibri"/>
                <a:cs typeface="Calibri"/>
                <a:sym typeface="Calibri"/>
              </a:rPr>
              <a:t>aspect </a:t>
            </a:r>
            <a:r>
              <a:rPr lang="en-US" sz="1200" b="0" i="0" u="none" strike="noStrike" cap="none" dirty="0">
                <a:solidFill>
                  <a:schemeClr val="dk1"/>
                </a:solidFill>
                <a:effectLst/>
                <a:latin typeface="Calibri"/>
                <a:ea typeface="Calibri"/>
                <a:cs typeface="Calibri"/>
                <a:sym typeface="Calibri"/>
              </a:rPr>
              <a:t>is the display aspect of the canvas. We'll go over the details </a:t>
            </a:r>
            <a:r>
              <a:rPr lang="en-US" sz="1200" b="0" i="0" u="none" strike="noStrike" cap="none" dirty="0">
                <a:solidFill>
                  <a:schemeClr val="dk1"/>
                </a:solidFill>
                <a:effectLst/>
                <a:latin typeface="Calibri"/>
                <a:ea typeface="Calibri"/>
                <a:cs typeface="Calibri"/>
                <a:sym typeface="Calibri"/>
                <a:hlinkClick r:id="rId3"/>
              </a:rPr>
              <a:t>in another article</a:t>
            </a:r>
            <a:r>
              <a:rPr lang="en-US" sz="1200" b="0" i="0" u="none" strike="noStrike" cap="none" dirty="0">
                <a:solidFill>
                  <a:schemeClr val="dk1"/>
                </a:solidFill>
                <a:effectLst/>
                <a:latin typeface="Calibri"/>
                <a:ea typeface="Calibri"/>
                <a:cs typeface="Calibri"/>
                <a:sym typeface="Calibri"/>
              </a:rPr>
              <a:t> but by default a canvas is 300x150 pixels which makes the aspect 300/150 or 2.</a:t>
            </a:r>
          </a:p>
          <a:p>
            <a:pPr>
              <a:buFontTx/>
              <a:buChar char="-"/>
            </a:pPr>
            <a:r>
              <a:rPr lang="en-US" sz="1200" b="1" i="0" u="none" strike="noStrike" cap="none" dirty="0">
                <a:solidFill>
                  <a:schemeClr val="dk1"/>
                </a:solidFill>
                <a:effectLst/>
                <a:latin typeface="Calibri"/>
                <a:ea typeface="Calibri"/>
                <a:cs typeface="Calibri"/>
                <a:sym typeface="Calibri"/>
              </a:rPr>
              <a:t>near </a:t>
            </a:r>
            <a:r>
              <a:rPr lang="en-US" sz="1200" b="0" i="0" u="none" strike="noStrike" cap="none" dirty="0">
                <a:solidFill>
                  <a:schemeClr val="dk1"/>
                </a:solidFill>
                <a:effectLst/>
                <a:latin typeface="Calibri"/>
                <a:ea typeface="Calibri"/>
                <a:cs typeface="Calibri"/>
                <a:sym typeface="Calibri"/>
              </a:rPr>
              <a:t>and </a:t>
            </a:r>
            <a:r>
              <a:rPr lang="en-US" sz="1200" b="1" i="0" u="none" strike="noStrike" cap="none" dirty="0">
                <a:solidFill>
                  <a:schemeClr val="dk1"/>
                </a:solidFill>
                <a:effectLst/>
                <a:latin typeface="Calibri"/>
                <a:ea typeface="Calibri"/>
                <a:cs typeface="Calibri"/>
                <a:sym typeface="Calibri"/>
              </a:rPr>
              <a:t>far </a:t>
            </a:r>
            <a:r>
              <a:rPr lang="en-US" sz="1200" b="0" i="0" u="none" strike="noStrike" cap="none" dirty="0">
                <a:solidFill>
                  <a:schemeClr val="dk1"/>
                </a:solidFill>
                <a:effectLst/>
                <a:latin typeface="Calibri"/>
                <a:ea typeface="Calibri"/>
                <a:cs typeface="Calibri"/>
                <a:sym typeface="Calibri"/>
              </a:rPr>
              <a:t>represent the space in front of the camera that will be rendered. Anything before that range or after that range will be clipped (not drawn).</a:t>
            </a:r>
          </a:p>
          <a:p>
            <a:pPr>
              <a:buFontTx/>
              <a:buChar char="-"/>
            </a:pPr>
            <a:r>
              <a:rPr lang="en-US" sz="1200" b="0" i="0" u="none" strike="noStrike" cap="none" dirty="0">
                <a:solidFill>
                  <a:schemeClr val="dk1"/>
                </a:solidFill>
                <a:effectLst/>
                <a:latin typeface="Calibri"/>
                <a:ea typeface="Calibri"/>
                <a:cs typeface="Calibri"/>
                <a:sym typeface="Calibri"/>
              </a:rPr>
              <a:t>The height of the near and far planes are determined by the field of view. The width of both planes is determined by the field of view and the aspect.</a:t>
            </a:r>
          </a:p>
          <a:p>
            <a:pPr>
              <a:buFontTx/>
              <a:buChar char="-"/>
            </a:pPr>
            <a:r>
              <a:rPr lang="en-US" sz="1200" b="0" i="0" u="none" strike="noStrike" cap="none" dirty="0">
                <a:solidFill>
                  <a:schemeClr val="dk1"/>
                </a:solidFill>
                <a:effectLst/>
                <a:latin typeface="Calibri"/>
                <a:ea typeface="Calibri"/>
                <a:cs typeface="Calibri"/>
                <a:sym typeface="Calibri"/>
              </a:rPr>
              <a:t>Anything inside the defined frustum will be drawn. Anything outside will not.</a:t>
            </a:r>
          </a:p>
          <a:p>
            <a:pPr>
              <a:buFontTx/>
              <a:buChar char="-"/>
            </a:pPr>
            <a:r>
              <a:rPr lang="en-US" sz="1200" b="0" i="0" u="none" strike="noStrike" cap="none" dirty="0">
                <a:solidFill>
                  <a:schemeClr val="dk1"/>
                </a:solidFill>
                <a:effectLst/>
                <a:latin typeface="Calibri"/>
                <a:ea typeface="Calibri"/>
                <a:cs typeface="Calibri"/>
                <a:sym typeface="Calibri"/>
              </a:rPr>
              <a:t>The camera defaults to looking down the -Z axis with +Y up. We'll put our cube at the origin so we need to move the camera back a little from the origin in order to see anything.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Coordinate system:</a:t>
            </a: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In the diagram above we can see our camera is at z = 2. It's looking down the -Z axis. Our frustum starts 0.1 units from the front of the camera and goes to 5 units in front of the camera. Because in this diagram we are looking down, the field of view is affected by the aspect. Our canvas is twice as wide as it is tall so across the canvas the field of view will be much wider than our specified 75 degrees which is the vertical field of view.</a:t>
            </a:r>
            <a:endParaRPr dirty="0"/>
          </a:p>
        </p:txBody>
      </p:sp>
      <p:sp>
        <p:nvSpPr>
          <p:cNvPr id="132" name="Google Shape;132;p3:notes">
            <a:extLst>
              <a:ext uri="{FF2B5EF4-FFF2-40B4-BE49-F238E27FC236}">
                <a16:creationId xmlns:a16="http://schemas.microsoft.com/office/drawing/2014/main" id="{6D05285E-EA4C-5836-FC04-809E919F911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36FB1DAA-8CAB-4840-76B5-F2A6DABFF99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extLst>
      <p:ext uri="{BB962C8B-B14F-4D97-AF65-F5344CB8AC3E}">
        <p14:creationId xmlns:p14="http://schemas.microsoft.com/office/powerpoint/2010/main" val="369833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69C29C0-1EDE-E6EB-A583-B639F9CEC6F3}"/>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2318B2D-C694-E16D-1FC9-D908E9E9F585}"/>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2AD9BA31-65E1-72B9-A96D-C2EE81F91F88}"/>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DD7BA5CB-CDB3-3636-B010-D750980B3C0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45442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9D4B0853-2A0C-7925-FC43-2DBDB03AA328}"/>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3A4A1BCD-0B76-52F4-37FA-88380E0445B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4A19B633-43CB-AF03-7407-6B8DC8ABD5D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4:notes">
            <a:extLst>
              <a:ext uri="{FF2B5EF4-FFF2-40B4-BE49-F238E27FC236}">
                <a16:creationId xmlns:a16="http://schemas.microsoft.com/office/drawing/2014/main" id="{EA937228-A2B1-856F-5427-6A427C52CD9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C14DBE39-69BC-1EBD-6F82-D4D16F968FE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400510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400AC3BA-28E9-D3C4-831C-7784D721F9BE}"/>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6FA4CB42-3444-D956-4690-5870F4A2DB6B}"/>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369A90BA-7FFC-7FF5-E295-85BED7CEF17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Cho </a:t>
            </a:r>
            <a:r>
              <a:rPr lang="en-US" dirty="0" err="1"/>
              <a:t>lớp</a:t>
            </a:r>
            <a:r>
              <a:rPr lang="en-US" dirty="0"/>
              <a:t> </a:t>
            </a:r>
            <a:r>
              <a:rPr lang="en-US" dirty="0" err="1"/>
              <a:t>ngồi</a:t>
            </a:r>
            <a:r>
              <a:rPr lang="en-US" dirty="0"/>
              <a:t> 20 </a:t>
            </a:r>
            <a:r>
              <a:rPr lang="en-US" dirty="0" err="1"/>
              <a:t>phút</a:t>
            </a:r>
            <a:r>
              <a:rPr lang="en-US" dirty="0"/>
              <a:t> </a:t>
            </a:r>
            <a:r>
              <a:rPr lang="en-US" dirty="0" err="1"/>
              <a:t>đọc</a:t>
            </a:r>
            <a:r>
              <a:rPr lang="en-US" dirty="0"/>
              <a:t> code </a:t>
            </a:r>
            <a:r>
              <a:rPr lang="en-US" dirty="0" err="1"/>
              <a:t>mẫu</a:t>
            </a:r>
            <a:r>
              <a:rPr lang="en-US" dirty="0"/>
              <a:t> </a:t>
            </a:r>
            <a:r>
              <a:rPr lang="en-US" dirty="0" err="1"/>
              <a:t>trên</a:t>
            </a:r>
            <a:r>
              <a:rPr lang="en-US" dirty="0"/>
              <a:t> documentation, </a:t>
            </a:r>
            <a:r>
              <a:rPr lang="en-US" dirty="0" err="1"/>
              <a:t>thực</a:t>
            </a:r>
            <a:r>
              <a:rPr lang="en-US" dirty="0"/>
              <a:t> </a:t>
            </a:r>
            <a:r>
              <a:rPr lang="en-US" dirty="0" err="1"/>
              <a:t>hành</a:t>
            </a:r>
            <a:r>
              <a:rPr lang="en-US" dirty="0"/>
              <a:t> </a:t>
            </a:r>
            <a:r>
              <a:rPr lang="en-US" dirty="0" err="1"/>
              <a:t>và</a:t>
            </a:r>
            <a:r>
              <a:rPr lang="en-US" dirty="0"/>
              <a:t> </a:t>
            </a:r>
            <a:r>
              <a:rPr lang="en-US" dirty="0" err="1"/>
              <a:t>gọi</a:t>
            </a:r>
            <a:r>
              <a:rPr lang="en-US" dirty="0"/>
              <a:t> </a:t>
            </a:r>
            <a:r>
              <a:rPr lang="en-US" dirty="0" err="1"/>
              <a:t>xung</a:t>
            </a:r>
            <a:r>
              <a:rPr lang="en-US" dirty="0"/>
              <a:t> </a:t>
            </a:r>
            <a:r>
              <a:rPr lang="en-US" dirty="0" err="1"/>
              <a:t>phong</a:t>
            </a:r>
            <a:r>
              <a:rPr lang="en-US" dirty="0"/>
              <a:t> demo + </a:t>
            </a:r>
            <a:r>
              <a:rPr lang="en-US" dirty="0" err="1"/>
              <a:t>giải</a:t>
            </a:r>
            <a:r>
              <a:rPr lang="en-US" dirty="0"/>
              <a:t> </a:t>
            </a:r>
            <a:r>
              <a:rPr lang="en-US" dirty="0" err="1"/>
              <a:t>thích</a:t>
            </a:r>
            <a:r>
              <a:rPr lang="en-US" dirty="0"/>
              <a:t> </a:t>
            </a:r>
            <a:r>
              <a:rPr lang="en-US" dirty="0" err="1"/>
              <a:t>các</a:t>
            </a:r>
            <a:r>
              <a:rPr lang="en-US" dirty="0"/>
              <a:t> </a:t>
            </a:r>
            <a:r>
              <a:rPr lang="en-US" dirty="0" err="1"/>
              <a:t>thuộc</a:t>
            </a:r>
            <a:r>
              <a:rPr lang="en-US" dirty="0"/>
              <a:t> </a:t>
            </a:r>
            <a:r>
              <a:rPr lang="en-US" dirty="0" err="1"/>
              <a:t>tính</a:t>
            </a:r>
            <a:r>
              <a:rPr lang="en-US" dirty="0"/>
              <a:t> </a:t>
            </a:r>
            <a:r>
              <a:rPr lang="en-US" dirty="0" err="1"/>
              <a:t>của</a:t>
            </a:r>
            <a:r>
              <a:rPr lang="en-US" dirty="0"/>
              <a:t> object</a:t>
            </a:r>
            <a:endParaRPr dirty="0"/>
          </a:p>
        </p:txBody>
      </p:sp>
      <p:sp>
        <p:nvSpPr>
          <p:cNvPr id="143" name="Google Shape;143;p4:notes">
            <a:extLst>
              <a:ext uri="{FF2B5EF4-FFF2-40B4-BE49-F238E27FC236}">
                <a16:creationId xmlns:a16="http://schemas.microsoft.com/office/drawing/2014/main" id="{729B3A0D-6D7C-BAA4-7BE8-A551229827CD}"/>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0E9C0142-8227-55DA-4659-046ADFAD3AC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31672794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C7342B6F-9AAA-283C-A8E2-2BD9DE6E1E82}"/>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06792ACE-6E4B-59D0-531F-44DAE35256B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D5EF80CA-9466-7FF5-007B-40D5B72837B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4:notes">
            <a:extLst>
              <a:ext uri="{FF2B5EF4-FFF2-40B4-BE49-F238E27FC236}">
                <a16:creationId xmlns:a16="http://schemas.microsoft.com/office/drawing/2014/main" id="{557C1D6C-EE15-548A-CCC0-40912F1A243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BED80645-32B7-75EF-55A1-E430D7841152}"/>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extLst>
      <p:ext uri="{BB962C8B-B14F-4D97-AF65-F5344CB8AC3E}">
        <p14:creationId xmlns:p14="http://schemas.microsoft.com/office/powerpoint/2010/main" val="3654678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0BFEA765-C8E5-08F6-03B3-649BF64134FB}"/>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67135A92-5661-353C-87A0-33C6A4868DCC}"/>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E7E20B84-E249-562D-77D2-CFA4B991D5A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486DAE9B-FCBB-95AE-EAF4-9861E9462B4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768596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3B2C784-9CAD-71FD-4598-5826A4FB51C8}"/>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B31781EB-B824-34A4-7137-40CE4BAB105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BD095EAB-923D-4A69-EED9-52512783CACB}"/>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C778DBB4-D8FD-C660-3374-3649FAB3D5C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03BD98DD-1BDB-5B3A-C702-C4D3B8F785E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extLst>
      <p:ext uri="{BB962C8B-B14F-4D97-AF65-F5344CB8AC3E}">
        <p14:creationId xmlns:p14="http://schemas.microsoft.com/office/powerpoint/2010/main" val="3186881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8"/>
        <p:cNvGrpSpPr/>
        <p:nvPr/>
      </p:nvGrpSpPr>
      <p:grpSpPr>
        <a:xfrm>
          <a:off x="0" y="0"/>
          <a:ext cx="0" cy="0"/>
          <a:chOff x="0" y="0"/>
          <a:chExt cx="0" cy="0"/>
        </a:xfrm>
      </p:grpSpPr>
      <p:sp>
        <p:nvSpPr>
          <p:cNvPr id="19" name="Google Shape;19;p30"/>
          <p:cNvSpPr txBox="1">
            <a:spLocks noGrp="1"/>
          </p:cNvSpPr>
          <p:nvPr>
            <p:ph type="ctrTitle"/>
          </p:nvPr>
        </p:nvSpPr>
        <p:spPr>
          <a:xfrm>
            <a:off x="1219200" y="3886200"/>
            <a:ext cx="6858000" cy="9906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1"/>
              </a:buClr>
              <a:buSzPts val="3200"/>
              <a:buFont typeface="Bookman Old Style"/>
              <a:buNone/>
              <a:defRPr sz="32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0"/>
          <p:cNvSpPr txBox="1">
            <a:spLocks noGrp="1"/>
          </p:cNvSpPr>
          <p:nvPr>
            <p:ph type="subTitle" idx="1"/>
          </p:nvPr>
        </p:nvSpPr>
        <p:spPr>
          <a:xfrm>
            <a:off x="1219200" y="5124450"/>
            <a:ext cx="6858000" cy="533400"/>
          </a:xfrm>
          <a:prstGeom prst="rect">
            <a:avLst/>
          </a:prstGeom>
          <a:noFill/>
          <a:ln>
            <a:noFill/>
          </a:ln>
        </p:spPr>
        <p:txBody>
          <a:bodyPr spcFirstLastPara="1" wrap="square" lIns="91425" tIns="45700" rIns="91425" bIns="45700" anchor="t" anchorCtr="0">
            <a:normAutofit/>
          </a:bodyPr>
          <a:lstStyle>
            <a:lvl1pPr lvl="0" algn="r">
              <a:spcBef>
                <a:spcPts val="600"/>
              </a:spcBef>
              <a:spcAft>
                <a:spcPts val="0"/>
              </a:spcAft>
              <a:buSzPts val="1520"/>
              <a:buNone/>
              <a:defRPr sz="2000">
                <a:solidFill>
                  <a:schemeClr val="dk2"/>
                </a:solidFill>
                <a:latin typeface="Bookman Old Style"/>
                <a:ea typeface="Bookman Old Style"/>
                <a:cs typeface="Bookman Old Style"/>
                <a:sym typeface="Bookman Old Style"/>
              </a:defRPr>
            </a:lvl1pPr>
            <a:lvl2pPr lvl="1" algn="ctr">
              <a:spcBef>
                <a:spcPts val="500"/>
              </a:spcBef>
              <a:spcAft>
                <a:spcPts val="0"/>
              </a:spcAft>
              <a:buSzPts val="1368"/>
              <a:buNone/>
              <a:defRPr/>
            </a:lvl2pPr>
            <a:lvl3pPr lvl="2" algn="ctr">
              <a:spcBef>
                <a:spcPts val="500"/>
              </a:spcBef>
              <a:spcAft>
                <a:spcPts val="0"/>
              </a:spcAft>
              <a:buSzPts val="1368"/>
              <a:buNone/>
              <a:defRPr/>
            </a:lvl3pPr>
            <a:lvl4pPr lvl="3" algn="ctr">
              <a:spcBef>
                <a:spcPts val="400"/>
              </a:spcBef>
              <a:spcAft>
                <a:spcPts val="0"/>
              </a:spcAft>
              <a:buSzPts val="1260"/>
              <a:buNone/>
              <a:defRPr/>
            </a:lvl4pPr>
            <a:lvl5pPr lvl="4" algn="ctr">
              <a:spcBef>
                <a:spcPts val="300"/>
              </a:spcBef>
              <a:spcAft>
                <a:spcPts val="0"/>
              </a:spcAft>
              <a:buSzPts val="1260"/>
              <a:buNone/>
              <a:defRPr/>
            </a:lvl5pPr>
            <a:lvl6pPr lvl="5" algn="ctr">
              <a:spcBef>
                <a:spcPts val="300"/>
              </a:spcBef>
              <a:spcAft>
                <a:spcPts val="0"/>
              </a:spcAft>
              <a:buSzPts val="1350"/>
              <a:buNone/>
              <a:defRPr/>
            </a:lvl6pPr>
            <a:lvl7pPr lvl="6" algn="ctr">
              <a:spcBef>
                <a:spcPts val="300"/>
              </a:spcBef>
              <a:spcAft>
                <a:spcPts val="0"/>
              </a:spcAft>
              <a:buSzPts val="1350"/>
              <a:buNone/>
              <a:defRPr/>
            </a:lvl7pPr>
            <a:lvl8pPr lvl="7" algn="ctr">
              <a:spcBef>
                <a:spcPts val="300"/>
              </a:spcBef>
              <a:spcAft>
                <a:spcPts val="0"/>
              </a:spcAft>
              <a:buSzPts val="1350"/>
              <a:buNone/>
              <a:defRPr/>
            </a:lvl8pPr>
            <a:lvl9pPr lvl="8" algn="ctr">
              <a:spcBef>
                <a:spcPts val="300"/>
              </a:spcBef>
              <a:spcAft>
                <a:spcPts val="0"/>
              </a:spcAft>
              <a:buSzPts val="1350"/>
              <a:buNone/>
              <a:defRPr/>
            </a:lvl9pPr>
          </a:lstStyle>
          <a:p>
            <a:endParaRPr/>
          </a:p>
        </p:txBody>
      </p:sp>
      <p:sp>
        <p:nvSpPr>
          <p:cNvPr id="21" name="Google Shape;21;p30"/>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0"/>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0"/>
          <p:cNvSpPr txBox="1">
            <a:spLocks noGrp="1"/>
          </p:cNvSpPr>
          <p:nvPr>
            <p:ph type="sldNum" idx="12"/>
          </p:nvPr>
        </p:nvSpPr>
        <p:spPr>
          <a:xfrm>
            <a:off x="1216152" y="6355080"/>
            <a:ext cx="1219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24" name="Google Shape;24;p30"/>
          <p:cNvSpPr/>
          <p:nvPr/>
        </p:nvSpPr>
        <p:spPr>
          <a:xfrm>
            <a:off x="904875" y="3648075"/>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5" name="Google Shape;25;p30"/>
          <p:cNvSpPr/>
          <p:nvPr/>
        </p:nvSpPr>
        <p:spPr>
          <a:xfrm>
            <a:off x="914400" y="5048250"/>
            <a:ext cx="7315200" cy="685800"/>
          </a:xfrm>
          <a:prstGeom prst="rect">
            <a:avLst/>
          </a:prstGeom>
          <a:noFill/>
          <a:ln w="9525" cap="rnd"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6" name="Google Shape;26;p30"/>
          <p:cNvSpPr/>
          <p:nvPr/>
        </p:nvSpPr>
        <p:spPr>
          <a:xfrm>
            <a:off x="904875" y="3648075"/>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7" name="Google Shape;27;p30"/>
          <p:cNvSpPr/>
          <p:nvPr/>
        </p:nvSpPr>
        <p:spPr>
          <a:xfrm>
            <a:off x="914400" y="5048250"/>
            <a:ext cx="228600" cy="6858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28"/>
        <p:cNvGrpSpPr/>
        <p:nvPr/>
      </p:nvGrpSpPr>
      <p:grpSpPr>
        <a:xfrm>
          <a:off x="0" y="0"/>
          <a:ext cx="0" cy="0"/>
          <a:chOff x="0" y="0"/>
          <a:chExt cx="0" cy="0"/>
        </a:xfrm>
      </p:grpSpPr>
      <p:sp>
        <p:nvSpPr>
          <p:cNvPr id="29" name="Google Shape;29;p31"/>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2"/>
              </a:buClr>
              <a:buSzPts val="3200"/>
              <a:buFont typeface="Bookman Old Style"/>
              <a:buNone/>
              <a:defRPr sz="32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1"/>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lvl1pPr marL="457200" lvl="0" indent="-228600" algn="r">
              <a:spcBef>
                <a:spcPts val="600"/>
              </a:spcBef>
              <a:spcAft>
                <a:spcPts val="0"/>
              </a:spcAft>
              <a:buSzPts val="1520"/>
              <a:buNone/>
              <a:defRPr sz="2000">
                <a:solidFill>
                  <a:srgbClr val="888888"/>
                </a:solidFill>
              </a:defRPr>
            </a:lvl1pPr>
            <a:lvl2pPr marL="914400" lvl="1" indent="-228600" algn="l">
              <a:spcBef>
                <a:spcPts val="500"/>
              </a:spcBef>
              <a:spcAft>
                <a:spcPts val="0"/>
              </a:spcAft>
              <a:buSzPts val="1368"/>
              <a:buNone/>
              <a:defRPr sz="1800">
                <a:solidFill>
                  <a:srgbClr val="888888"/>
                </a:solidFill>
              </a:defRPr>
            </a:lvl2pPr>
            <a:lvl3pPr marL="1371600" lvl="2" indent="-228600" algn="l">
              <a:spcBef>
                <a:spcPts val="500"/>
              </a:spcBef>
              <a:spcAft>
                <a:spcPts val="0"/>
              </a:spcAft>
              <a:buSzPts val="1216"/>
              <a:buNone/>
              <a:defRPr sz="1600">
                <a:solidFill>
                  <a:srgbClr val="888888"/>
                </a:solidFill>
              </a:defRPr>
            </a:lvl3pPr>
            <a:lvl4pPr marL="1828800" lvl="3" indent="-228600" algn="l">
              <a:spcBef>
                <a:spcPts val="400"/>
              </a:spcBef>
              <a:spcAft>
                <a:spcPts val="0"/>
              </a:spcAft>
              <a:buSzPts val="980"/>
              <a:buNone/>
              <a:defRPr sz="1400">
                <a:solidFill>
                  <a:srgbClr val="888888"/>
                </a:solidFill>
              </a:defRPr>
            </a:lvl4pPr>
            <a:lvl5pPr marL="2286000" lvl="4" indent="-228600" algn="l">
              <a:spcBef>
                <a:spcPts val="300"/>
              </a:spcBef>
              <a:spcAft>
                <a:spcPts val="0"/>
              </a:spcAft>
              <a:buSzPts val="980"/>
              <a:buNone/>
              <a:defRPr sz="1400">
                <a:solidFill>
                  <a:srgbClr val="888888"/>
                </a:solidFill>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31" name="Google Shape;31;p31"/>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1"/>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31"/>
          <p:cNvSpPr txBox="1">
            <a:spLocks noGrp="1"/>
          </p:cNvSpPr>
          <p:nvPr>
            <p:ph type="sldNum" idx="12"/>
          </p:nvPr>
        </p:nvSpPr>
        <p:spPr>
          <a:xfrm>
            <a:off x="1069848" y="6355080"/>
            <a:ext cx="1520952"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34" name="Google Shape;34;p31"/>
          <p:cNvSpPr/>
          <p:nvPr/>
        </p:nvSpPr>
        <p:spPr>
          <a:xfrm>
            <a:off x="914400" y="2819400"/>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35" name="Google Shape;35;p31"/>
          <p:cNvSpPr/>
          <p:nvPr/>
        </p:nvSpPr>
        <p:spPr>
          <a:xfrm>
            <a:off x="914400" y="2819400"/>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2"/>
          <p:cNvSpPr txBox="1">
            <a:spLocks noGrp="1"/>
          </p:cNvSpPr>
          <p:nvPr>
            <p:ph type="dt" idx="10"/>
          </p:nvPr>
        </p:nvSpPr>
        <p:spPr>
          <a:xfrm>
            <a:off x="609600" y="6353304"/>
            <a:ext cx="2289048" cy="369072"/>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2"/>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solidFill>
                  <a:srgbClr val="BFBFB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2"/>
          <p:cNvSpPr txBox="1">
            <a:spLocks noGrp="1"/>
          </p:cNvSpPr>
          <p:nvPr>
            <p:ph type="sldNum" idx="12"/>
          </p:nvPr>
        </p:nvSpPr>
        <p:spPr>
          <a:xfrm>
            <a:off x="6705600" y="6356340"/>
            <a:ext cx="1981200" cy="349260"/>
          </a:xfrm>
          <a:prstGeom prst="rect">
            <a:avLst/>
          </a:prstGeom>
          <a:noFill/>
          <a:ln>
            <a:noFill/>
          </a:ln>
        </p:spPr>
        <p:txBody>
          <a:bodyPr spcFirstLastPara="1" wrap="square" lIns="91425" tIns="45700" rIns="91425" bIns="45700" anchor="t" anchorCtr="0">
            <a:noAutofit/>
          </a:bodyPr>
          <a:lstStyle>
            <a:lvl1pPr marL="0" lvl="0" indent="0" algn="r">
              <a:spcBef>
                <a:spcPts val="0"/>
              </a:spcBef>
              <a:buNone/>
              <a:defRPr sz="1400" b="0" i="0" u="none" strike="noStrike" cap="none">
                <a:solidFill>
                  <a:schemeClr val="dk2"/>
                </a:solidFill>
                <a:latin typeface="Gill Sans"/>
                <a:ea typeface="Gill Sans"/>
                <a:cs typeface="Gill Sans"/>
                <a:sym typeface="Gill Sans"/>
              </a:defRPr>
            </a:lvl1pPr>
            <a:lvl2pPr marL="0" lvl="1" indent="0" algn="r">
              <a:spcBef>
                <a:spcPts val="0"/>
              </a:spcBef>
              <a:buNone/>
              <a:defRPr sz="1400" b="0" i="0" u="none" strike="noStrike" cap="none">
                <a:solidFill>
                  <a:schemeClr val="dk2"/>
                </a:solidFill>
                <a:latin typeface="Gill Sans"/>
                <a:ea typeface="Gill Sans"/>
                <a:cs typeface="Gill Sans"/>
                <a:sym typeface="Gill Sans"/>
              </a:defRPr>
            </a:lvl2pPr>
            <a:lvl3pPr marL="0" lvl="2" indent="0" algn="r">
              <a:spcBef>
                <a:spcPts val="0"/>
              </a:spcBef>
              <a:buNone/>
              <a:defRPr sz="1400" b="0" i="0" u="none" strike="noStrike" cap="none">
                <a:solidFill>
                  <a:schemeClr val="dk2"/>
                </a:solidFill>
                <a:latin typeface="Gill Sans"/>
                <a:ea typeface="Gill Sans"/>
                <a:cs typeface="Gill Sans"/>
                <a:sym typeface="Gill Sans"/>
              </a:defRPr>
            </a:lvl3pPr>
            <a:lvl4pPr marL="0" lvl="3" indent="0" algn="r">
              <a:spcBef>
                <a:spcPts val="0"/>
              </a:spcBef>
              <a:buNone/>
              <a:defRPr sz="1400" b="0" i="0" u="none" strike="noStrike" cap="none">
                <a:solidFill>
                  <a:schemeClr val="dk2"/>
                </a:solidFill>
                <a:latin typeface="Gill Sans"/>
                <a:ea typeface="Gill Sans"/>
                <a:cs typeface="Gill Sans"/>
                <a:sym typeface="Gill Sans"/>
              </a:defRPr>
            </a:lvl4pPr>
            <a:lvl5pPr marL="0" lvl="4" indent="0" algn="r">
              <a:spcBef>
                <a:spcPts val="0"/>
              </a:spcBef>
              <a:buNone/>
              <a:defRPr sz="1400" b="0" i="0" u="none" strike="noStrike" cap="none">
                <a:solidFill>
                  <a:schemeClr val="dk2"/>
                </a:solidFill>
                <a:latin typeface="Gill Sans"/>
                <a:ea typeface="Gill Sans"/>
                <a:cs typeface="Gill Sans"/>
                <a:sym typeface="Gill Sans"/>
              </a:defRPr>
            </a:lvl5pPr>
            <a:lvl6pPr marL="0" lvl="5" indent="0" algn="r">
              <a:spcBef>
                <a:spcPts val="0"/>
              </a:spcBef>
              <a:buNone/>
              <a:defRPr sz="1400" b="0" i="0" u="none" strike="noStrike" cap="none">
                <a:solidFill>
                  <a:schemeClr val="dk2"/>
                </a:solidFill>
                <a:latin typeface="Gill Sans"/>
                <a:ea typeface="Gill Sans"/>
                <a:cs typeface="Gill Sans"/>
                <a:sym typeface="Gill Sans"/>
              </a:defRPr>
            </a:lvl6pPr>
            <a:lvl7pPr marL="0" lvl="6" indent="0" algn="r">
              <a:spcBef>
                <a:spcPts val="0"/>
              </a:spcBef>
              <a:buNone/>
              <a:defRPr sz="1400" b="0" i="0" u="none" strike="noStrike" cap="none">
                <a:solidFill>
                  <a:schemeClr val="dk2"/>
                </a:solidFill>
                <a:latin typeface="Gill Sans"/>
                <a:ea typeface="Gill Sans"/>
                <a:cs typeface="Gill Sans"/>
                <a:sym typeface="Gill Sans"/>
              </a:defRPr>
            </a:lvl7pPr>
            <a:lvl8pPr marL="0" lvl="7" indent="0" algn="r">
              <a:spcBef>
                <a:spcPts val="0"/>
              </a:spcBef>
              <a:buNone/>
              <a:defRPr sz="1400" b="0" i="0" u="none" strike="noStrike" cap="none">
                <a:solidFill>
                  <a:schemeClr val="dk2"/>
                </a:solidFill>
                <a:latin typeface="Gill Sans"/>
                <a:ea typeface="Gill Sans"/>
                <a:cs typeface="Gill Sans"/>
                <a:sym typeface="Gill Sans"/>
              </a:defRPr>
            </a:lvl8pPr>
            <a:lvl9pPr marL="0" lvl="8" indent="0" algn="r">
              <a:spcBef>
                <a:spcPts val="0"/>
              </a:spcBef>
              <a:buNone/>
              <a:defRPr sz="1400" b="0" i="0" u="none" strike="noStrike" cap="none">
                <a:solidFill>
                  <a:schemeClr val="dk2"/>
                </a:solidFill>
                <a:latin typeface="Gill Sans"/>
                <a:ea typeface="Gill Sans"/>
                <a:cs typeface="Gill Sans"/>
                <a:sym typeface="Gill Sans"/>
              </a:defRPr>
            </a:lvl9pPr>
          </a:lstStyle>
          <a:p>
            <a:pPr marL="0" lvl="0" indent="0" algn="r" rtl="0">
              <a:spcBef>
                <a:spcPts val="0"/>
              </a:spcBef>
              <a:spcAft>
                <a:spcPts val="0"/>
              </a:spcAft>
              <a:buNone/>
            </a:pPr>
            <a:endParaRPr/>
          </a:p>
        </p:txBody>
      </p:sp>
      <p:sp>
        <p:nvSpPr>
          <p:cNvPr id="41" name="Google Shape;41;p32"/>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1"/>
        <p:cNvGrpSpPr/>
        <p:nvPr/>
      </p:nvGrpSpPr>
      <p:grpSpPr>
        <a:xfrm>
          <a:off x="0" y="0"/>
          <a:ext cx="0" cy="0"/>
          <a:chOff x="0" y="0"/>
          <a:chExt cx="0" cy="0"/>
        </a:xfrm>
      </p:grpSpPr>
      <p:sp>
        <p:nvSpPr>
          <p:cNvPr id="52" name="Google Shape;52;p34"/>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34"/>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34"/>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34"/>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56" name="Google Shape;56;p34"/>
          <p:cNvSpPr txBox="1">
            <a:spLocks noGrp="1"/>
          </p:cNvSpPr>
          <p:nvPr>
            <p:ph type="body" idx="1"/>
          </p:nvPr>
        </p:nvSpPr>
        <p:spPr>
          <a:xfrm>
            <a:off x="457200" y="1219200"/>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57" name="Google Shape;57;p34"/>
          <p:cNvSpPr txBox="1">
            <a:spLocks noGrp="1"/>
          </p:cNvSpPr>
          <p:nvPr>
            <p:ph type="body" idx="2"/>
          </p:nvPr>
        </p:nvSpPr>
        <p:spPr>
          <a:xfrm>
            <a:off x="4632198" y="1216152"/>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35"/>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5"/>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35"/>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35"/>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63" name="Google Shape;63;p35"/>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64"/>
        <p:cNvGrpSpPr/>
        <p:nvPr/>
      </p:nvGrpSpPr>
      <p:grpSpPr>
        <a:xfrm>
          <a:off x="0" y="0"/>
          <a:ext cx="0" cy="0"/>
          <a:chOff x="0" y="0"/>
          <a:chExt cx="0" cy="0"/>
        </a:xfrm>
      </p:grpSpPr>
      <p:sp>
        <p:nvSpPr>
          <p:cNvPr id="65" name="Google Shape;65;p36"/>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6"/>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6"/>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68" name="Google Shape;68;p36"/>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69" name="Google Shape;69;p36"/>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70"/>
        <p:cNvGrpSpPr/>
        <p:nvPr/>
      </p:nvGrpSpPr>
      <p:grpSpPr>
        <a:xfrm>
          <a:off x="0" y="0"/>
          <a:ext cx="0" cy="0"/>
          <a:chOff x="0" y="0"/>
          <a:chExt cx="0" cy="0"/>
        </a:xfrm>
      </p:grpSpPr>
      <p:sp>
        <p:nvSpPr>
          <p:cNvPr id="71" name="Google Shape;71;p37"/>
          <p:cNvSpPr txBox="1">
            <a:spLocks noGrp="1"/>
          </p:cNvSpPr>
          <p:nvPr>
            <p:ph type="title"/>
          </p:nvPr>
        </p:nvSpPr>
        <p:spPr>
          <a:xfrm>
            <a:off x="6324600" y="304800"/>
            <a:ext cx="2514600" cy="8382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2"/>
              </a:buClr>
              <a:buSzPts val="2000"/>
              <a:buFont typeface="Gill Sans"/>
              <a:buNone/>
              <a:defRPr sz="2000" b="1">
                <a:solidFill>
                  <a:schemeClr val="dk2"/>
                </a:solidFill>
                <a:latin typeface="Gill Sans"/>
                <a:ea typeface="Gill Sans"/>
                <a:cs typeface="Gill Sans"/>
                <a:sym typeface="Gill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7"/>
          <p:cNvSpPr txBox="1">
            <a:spLocks noGrp="1"/>
          </p:cNvSpPr>
          <p:nvPr>
            <p:ph type="body" idx="1"/>
          </p:nvPr>
        </p:nvSpPr>
        <p:spPr>
          <a:xfrm>
            <a:off x="6324600" y="1219200"/>
            <a:ext cx="2514600" cy="4843463"/>
          </a:xfrm>
          <a:prstGeom prst="rect">
            <a:avLst/>
          </a:prstGeom>
          <a:noFill/>
          <a:ln>
            <a:noFill/>
          </a:ln>
        </p:spPr>
        <p:txBody>
          <a:bodyPr spcFirstLastPara="1" wrap="square" lIns="91425" tIns="45700" rIns="91425" bIns="45700" anchor="t" anchorCtr="0">
            <a:normAutofit/>
          </a:bodyPr>
          <a:lstStyle>
            <a:lvl1pPr marL="457200" lvl="0" indent="-228600" algn="l">
              <a:lnSpc>
                <a:spcPct val="137500"/>
              </a:lnSpc>
              <a:spcBef>
                <a:spcPts val="600"/>
              </a:spcBef>
              <a:spcAft>
                <a:spcPts val="0"/>
              </a:spcAft>
              <a:buSzPts val="1216"/>
              <a:buNone/>
              <a:defRPr sz="1600">
                <a:solidFill>
                  <a:schemeClr val="dk2"/>
                </a:solidFill>
              </a:defRPr>
            </a:lvl1pPr>
            <a:lvl2pPr marL="914400" lvl="1" indent="-228600" algn="l">
              <a:spcBef>
                <a:spcPts val="1000"/>
              </a:spcBef>
              <a:spcAft>
                <a:spcPts val="0"/>
              </a:spcAft>
              <a:buSzPts val="912"/>
              <a:buNone/>
              <a:defRPr sz="1200"/>
            </a:lvl2pPr>
            <a:lvl3pPr marL="1371600" lvl="2" indent="-228600" algn="l">
              <a:spcBef>
                <a:spcPts val="500"/>
              </a:spcBef>
              <a:spcAft>
                <a:spcPts val="0"/>
              </a:spcAft>
              <a:buSzPts val="760"/>
              <a:buNone/>
              <a:defRPr sz="1000"/>
            </a:lvl3pPr>
            <a:lvl4pPr marL="1828800" lvl="3" indent="-228600" algn="l">
              <a:spcBef>
                <a:spcPts val="400"/>
              </a:spcBef>
              <a:spcAft>
                <a:spcPts val="0"/>
              </a:spcAft>
              <a:buSzPts val="630"/>
              <a:buNone/>
              <a:defRPr sz="900"/>
            </a:lvl4pPr>
            <a:lvl5pPr marL="2286000" lvl="4" indent="-228600" algn="l">
              <a:spcBef>
                <a:spcPts val="300"/>
              </a:spcBef>
              <a:spcAft>
                <a:spcPts val="0"/>
              </a:spcAft>
              <a:buSzPts val="630"/>
              <a:buNone/>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73" name="Google Shape;73;p37"/>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37"/>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7"/>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76" name="Google Shape;76;p37"/>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77" name="Google Shape;77;p37"/>
          <p:cNvCxnSpPr/>
          <p:nvPr/>
        </p:nvCxnSpPr>
        <p:spPr>
          <a:xfrm rot="5400000">
            <a:off x="3160645" y="3324225"/>
            <a:ext cx="6035040" cy="0"/>
          </a:xfrm>
          <a:prstGeom prst="straightConnector1">
            <a:avLst/>
          </a:prstGeom>
          <a:noFill/>
          <a:ln w="9525" cap="flat" cmpd="sng">
            <a:solidFill>
              <a:schemeClr val="accent2"/>
            </a:solidFill>
            <a:prstDash val="dash"/>
            <a:round/>
            <a:headEnd type="none" w="sm" len="sm"/>
            <a:tailEnd type="none" w="sm" len="sm"/>
          </a:ln>
        </p:spPr>
      </p:cxnSp>
      <p:sp>
        <p:nvSpPr>
          <p:cNvPr id="78" name="Google Shape;78;p37"/>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79" name="Google Shape;79;p37"/>
          <p:cNvSpPr txBox="1">
            <a:spLocks noGrp="1"/>
          </p:cNvSpPr>
          <p:nvPr>
            <p:ph type="body" idx="2"/>
          </p:nvPr>
        </p:nvSpPr>
        <p:spPr>
          <a:xfrm>
            <a:off x="304800" y="304800"/>
            <a:ext cx="5715000" cy="57150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80"/>
        <p:cNvGrpSpPr/>
        <p:nvPr/>
      </p:nvGrpSpPr>
      <p:grpSpPr>
        <a:xfrm>
          <a:off x="0" y="0"/>
          <a:ext cx="0" cy="0"/>
          <a:chOff x="0" y="0"/>
          <a:chExt cx="0" cy="0"/>
        </a:xfrm>
      </p:grpSpPr>
      <p:sp>
        <p:nvSpPr>
          <p:cNvPr id="81" name="Google Shape;81;p38"/>
          <p:cNvSpPr txBox="1">
            <a:spLocks noGrp="1"/>
          </p:cNvSpPr>
          <p:nvPr>
            <p:ph type="title"/>
          </p:nvPr>
        </p:nvSpPr>
        <p:spPr>
          <a:xfrm>
            <a:off x="457200" y="500856"/>
            <a:ext cx="8229600" cy="674688"/>
          </a:xfrm>
          <a:prstGeom prst="rect">
            <a:avLst/>
          </a:prstGeom>
          <a:noFill/>
          <a:ln w="9525" cap="flat" cmpd="sng">
            <a:solidFill>
              <a:schemeClr val="accent1"/>
            </a:solidFill>
            <a:prstDash val="solid"/>
            <a:round/>
            <a:headEnd type="none" w="sm" len="sm"/>
            <a:tailEnd type="none" w="sm" len="sm"/>
          </a:ln>
        </p:spPr>
        <p:txBody>
          <a:bodyPr spcFirstLastPara="1" wrap="square" lIns="274300" tIns="45700" rIns="91425" bIns="45700" anchor="ctr" anchorCtr="0">
            <a:normAutofit/>
          </a:bodyPr>
          <a:lstStyle>
            <a:lvl1pPr lvl="0" algn="r">
              <a:spcBef>
                <a:spcPts val="0"/>
              </a:spcBef>
              <a:spcAft>
                <a:spcPts val="0"/>
              </a:spcAft>
              <a:buClr>
                <a:schemeClr val="dk1"/>
              </a:buClr>
              <a:buSzPts val="2000"/>
              <a:buFont typeface="Bookman Old Style"/>
              <a:buNone/>
              <a:defRPr sz="2000" b="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8"/>
          <p:cNvSpPr>
            <a:spLocks noGrp="1"/>
          </p:cNvSpPr>
          <p:nvPr>
            <p:ph type="pic" idx="2"/>
          </p:nvPr>
        </p:nvSpPr>
        <p:spPr>
          <a:xfrm>
            <a:off x="457200" y="1905000"/>
            <a:ext cx="8229600" cy="4270248"/>
          </a:xfrm>
          <a:prstGeom prst="rect">
            <a:avLst/>
          </a:prstGeom>
          <a:solidFill>
            <a:schemeClr val="dk1"/>
          </a:solidFill>
          <a:ln>
            <a:noFill/>
          </a:ln>
        </p:spPr>
      </p:sp>
      <p:sp>
        <p:nvSpPr>
          <p:cNvPr id="83" name="Google Shape;83;p38"/>
          <p:cNvSpPr txBox="1">
            <a:spLocks noGrp="1"/>
          </p:cNvSpPr>
          <p:nvPr>
            <p:ph type="body" idx="1"/>
          </p:nvPr>
        </p:nvSpPr>
        <p:spPr>
          <a:xfrm>
            <a:off x="457200" y="1219200"/>
            <a:ext cx="8229600" cy="533400"/>
          </a:xfrm>
          <a:prstGeom prst="rect">
            <a:avLst/>
          </a:prstGeom>
          <a:noFill/>
          <a:ln>
            <a:noFill/>
          </a:ln>
        </p:spPr>
        <p:txBody>
          <a:bodyPr spcFirstLastPara="1" wrap="square" lIns="91425" tIns="45700" rIns="91425" bIns="45700" anchor="ctr" anchorCtr="0">
            <a:normAutofit/>
          </a:bodyPr>
          <a:lstStyle>
            <a:lvl1pPr marL="457200" lvl="0" indent="-228600" algn="l">
              <a:spcBef>
                <a:spcPts val="600"/>
              </a:spcBef>
              <a:spcAft>
                <a:spcPts val="0"/>
              </a:spcAft>
              <a:buSzPts val="1064"/>
              <a:buFont typeface="Gill Sans"/>
              <a:buNone/>
              <a:defRPr sz="1400"/>
            </a:lvl1pPr>
            <a:lvl2pPr marL="914400" lvl="1" indent="-286512" algn="l">
              <a:spcBef>
                <a:spcPts val="500"/>
              </a:spcBef>
              <a:spcAft>
                <a:spcPts val="0"/>
              </a:spcAft>
              <a:buSzPts val="912"/>
              <a:buChar char="🞂"/>
              <a:defRPr sz="1200"/>
            </a:lvl2pPr>
            <a:lvl3pPr marL="1371600" lvl="2" indent="-276860" algn="l">
              <a:spcBef>
                <a:spcPts val="500"/>
              </a:spcBef>
              <a:spcAft>
                <a:spcPts val="0"/>
              </a:spcAft>
              <a:buSzPts val="760"/>
              <a:buChar char="🞂"/>
              <a:defRPr sz="1000"/>
            </a:lvl3pPr>
            <a:lvl4pPr marL="1828800" lvl="3" indent="-268605" algn="l">
              <a:spcBef>
                <a:spcPts val="400"/>
              </a:spcBef>
              <a:spcAft>
                <a:spcPts val="0"/>
              </a:spcAft>
              <a:buSzPts val="630"/>
              <a:buChar char="◻"/>
              <a:defRPr sz="900"/>
            </a:lvl4pPr>
            <a:lvl5pPr marL="2286000" lvl="4" indent="-268604" algn="l">
              <a:spcBef>
                <a:spcPts val="300"/>
              </a:spcBef>
              <a:spcAft>
                <a:spcPts val="0"/>
              </a:spcAft>
              <a:buSzPts val="630"/>
              <a:buChar char="◻"/>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84" name="Google Shape;84;p38"/>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38"/>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38"/>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87" name="Google Shape;87;p38"/>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88" name="Google Shape;88;p38"/>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89" name="Google Shape;89;p38"/>
          <p:cNvSpPr/>
          <p:nvPr/>
        </p:nvSpPr>
        <p:spPr>
          <a:xfrm>
            <a:off x="457200" y="500856"/>
            <a:ext cx="182880" cy="6858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0"/>
        <p:cNvGrpSpPr/>
        <p:nvPr/>
      </p:nvGrpSpPr>
      <p:grpSpPr>
        <a:xfrm>
          <a:off x="0" y="0"/>
          <a:ext cx="0" cy="0"/>
          <a:chOff x="0" y="0"/>
          <a:chExt cx="0" cy="0"/>
        </a:xfrm>
      </p:grpSpPr>
      <p:sp>
        <p:nvSpPr>
          <p:cNvPr id="91" name="Google Shape;91;p3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9"/>
          <p:cNvSpPr txBox="1">
            <a:spLocks noGrp="1"/>
          </p:cNvSpPr>
          <p:nvPr>
            <p:ph type="body" idx="1"/>
          </p:nvPr>
        </p:nvSpPr>
        <p:spPr>
          <a:xfrm rot="5400000">
            <a:off x="2116836" y="-440436"/>
            <a:ext cx="4910328" cy="82296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3" name="Google Shape;93;p3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96"/>
        <p:cNvGrpSpPr/>
        <p:nvPr/>
      </p:nvGrpSpPr>
      <p:grpSpPr>
        <a:xfrm>
          <a:off x="0" y="0"/>
          <a:ext cx="0" cy="0"/>
          <a:chOff x="0" y="0"/>
          <a:chExt cx="0" cy="0"/>
        </a:xfrm>
      </p:grpSpPr>
      <p:sp>
        <p:nvSpPr>
          <p:cNvPr id="97" name="Google Shape;97;p4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4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9" name="Google Shape;99;p40"/>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40"/>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40"/>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102" name="Google Shape;102;p40"/>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103" name="Google Shape;103;p40"/>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cxnSp>
        <p:nvCxnSpPr>
          <p:cNvPr id="104" name="Google Shape;104;p40"/>
          <p:cNvCxnSpPr/>
          <p:nvPr/>
        </p:nvCxnSpPr>
        <p:spPr>
          <a:xfrm rot="5400000">
            <a:off x="3629607" y="3201952"/>
            <a:ext cx="5852160" cy="0"/>
          </a:xfrm>
          <a:prstGeom prst="straightConnector1">
            <a:avLst/>
          </a:prstGeom>
          <a:noFill/>
          <a:ln w="9525" cap="flat" cmpd="sng">
            <a:solidFill>
              <a:schemeClr val="accent2"/>
            </a:solidFill>
            <a:prstDash val="dash"/>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marR="0" lvl="0" algn="l" rtl="0">
              <a:spcBef>
                <a:spcPts val="0"/>
              </a:spcBef>
              <a:spcAft>
                <a:spcPts val="0"/>
              </a:spcAft>
              <a:buClr>
                <a:schemeClr val="dk2"/>
              </a:buClr>
              <a:buSzPts val="3200"/>
              <a:buFont typeface="Bookman Old Style"/>
              <a:buNone/>
              <a:defRPr sz="3200" b="0" i="0" u="none" strike="noStrike" cap="none">
                <a:solidFill>
                  <a:schemeClr val="dk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9"/>
          <p:cNvSpPr txBox="1">
            <a:spLocks noGrp="1"/>
          </p:cNvSpPr>
          <p:nvPr>
            <p:ph type="body" idx="1"/>
          </p:nvPr>
        </p:nvSpPr>
        <p:spPr>
          <a:xfrm>
            <a:off x="457200" y="1219200"/>
            <a:ext cx="8229600" cy="4910328"/>
          </a:xfrm>
          <a:prstGeom prst="rect">
            <a:avLst/>
          </a:prstGeom>
          <a:noFill/>
          <a:ln>
            <a:noFill/>
          </a:ln>
        </p:spPr>
        <p:txBody>
          <a:bodyPr spcFirstLastPara="1" wrap="square" lIns="91425" tIns="45700" rIns="91425" bIns="45700" anchor="t" anchorCtr="0">
            <a:normAutofit/>
          </a:bodyPr>
          <a:lstStyle>
            <a:lvl1pPr marL="457200" marR="0" lvl="0" indent="-354076" algn="l" rtl="0">
              <a:spcBef>
                <a:spcPts val="600"/>
              </a:spcBef>
              <a:spcAft>
                <a:spcPts val="0"/>
              </a:spcAft>
              <a:buClr>
                <a:schemeClr val="accent1"/>
              </a:buClr>
              <a:buSzPts val="1976"/>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39597" algn="l" rtl="0">
              <a:spcBef>
                <a:spcPts val="500"/>
              </a:spcBef>
              <a:spcAft>
                <a:spcPts val="0"/>
              </a:spcAft>
              <a:buClr>
                <a:schemeClr val="accent2"/>
              </a:buClr>
              <a:buSzPts val="174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25119" algn="l" rtl="0">
              <a:spcBef>
                <a:spcPts val="500"/>
              </a:spcBef>
              <a:spcAft>
                <a:spcPts val="0"/>
              </a:spcAft>
              <a:buClr>
                <a:srgbClr val="BABABA"/>
              </a:buClr>
              <a:buSzPts val="1520"/>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299720" algn="l" rtl="0">
              <a:spcBef>
                <a:spcPts val="300"/>
              </a:spcBef>
              <a:spcAft>
                <a:spcPts val="0"/>
              </a:spcAft>
              <a:buClr>
                <a:schemeClr val="accent2"/>
              </a:buClr>
              <a:buSzPts val="112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04800" algn="l" rtl="0">
              <a:spcBef>
                <a:spcPts val="300"/>
              </a:spcBef>
              <a:spcAft>
                <a:spcPts val="0"/>
              </a:spcAft>
              <a:buClr>
                <a:srgbClr val="8BA1B3"/>
              </a:buClr>
              <a:buSzPts val="120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295275" algn="l" rtl="0">
              <a:spcBef>
                <a:spcPts val="300"/>
              </a:spcBef>
              <a:spcAft>
                <a:spcPts val="0"/>
              </a:spcAft>
              <a:buClr>
                <a:srgbClr val="646C8F"/>
              </a:buClr>
              <a:buSzPts val="10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295275" algn="l" rtl="0">
              <a:spcBef>
                <a:spcPts val="300"/>
              </a:spcBef>
              <a:spcAft>
                <a:spcPts val="0"/>
              </a:spcAft>
              <a:buClr>
                <a:srgbClr val="BABABA"/>
              </a:buClr>
              <a:buSzPts val="10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285750" algn="l" rtl="0">
              <a:spcBef>
                <a:spcPts val="300"/>
              </a:spcBef>
              <a:spcAft>
                <a:spcPts val="0"/>
              </a:spcAft>
              <a:buClr>
                <a:srgbClr val="9FB8CD"/>
              </a:buClr>
              <a:buSzPts val="900"/>
              <a:buFont typeface="Noto Sans Symbols"/>
              <a:buChar char="🞂"/>
              <a:defRPr sz="1200" b="0" i="0" u="none" strike="noStrike" cap="none">
                <a:solidFill>
                  <a:schemeClr val="dk1"/>
                </a:solidFill>
                <a:latin typeface="Gill Sans"/>
                <a:ea typeface="Gill Sans"/>
                <a:cs typeface="Gill Sans"/>
                <a:sym typeface="Gill Sans"/>
              </a:defRPr>
            </a:lvl9pPr>
          </a:lstStyle>
          <a:p>
            <a:endParaRPr/>
          </a:p>
        </p:txBody>
      </p:sp>
      <p:sp>
        <p:nvSpPr>
          <p:cNvPr id="12" name="Google Shape;12;p2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400" b="0" i="0" u="none" strike="noStrike" cap="none">
                <a:solidFill>
                  <a:schemeClr val="dk2"/>
                </a:solidFill>
                <a:latin typeface="Gill Sans"/>
                <a:ea typeface="Gill Sans"/>
                <a:cs typeface="Gill Sans"/>
                <a:sym typeface="Gill Sans"/>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3" name="Google Shape;13;p2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800" b="0" i="0" u="none" strike="noStrike" cap="none">
                <a:solidFill>
                  <a:schemeClr val="dk2"/>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4" name="Google Shape;14;p2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400" b="0" i="0" u="none" strike="noStrike" cap="none">
                <a:solidFill>
                  <a:schemeClr val="dk2"/>
                </a:solidFill>
                <a:latin typeface="Gill Sans"/>
                <a:ea typeface="Gill Sans"/>
                <a:cs typeface="Gill Sans"/>
                <a:sym typeface="Gill Sans"/>
              </a:defRPr>
            </a:lvl1pPr>
            <a:lvl2pPr marL="0" marR="0" lvl="1" indent="0" algn="l" rtl="0">
              <a:spcBef>
                <a:spcPts val="0"/>
              </a:spcBef>
              <a:buNone/>
              <a:defRPr sz="1400" b="0" i="0" u="none" strike="noStrike" cap="none">
                <a:solidFill>
                  <a:schemeClr val="dk2"/>
                </a:solidFill>
                <a:latin typeface="Gill Sans"/>
                <a:ea typeface="Gill Sans"/>
                <a:cs typeface="Gill Sans"/>
                <a:sym typeface="Gill Sans"/>
              </a:defRPr>
            </a:lvl2pPr>
            <a:lvl3pPr marL="0" marR="0" lvl="2" indent="0" algn="l" rtl="0">
              <a:spcBef>
                <a:spcPts val="0"/>
              </a:spcBef>
              <a:buNone/>
              <a:defRPr sz="1400" b="0" i="0" u="none" strike="noStrike" cap="none">
                <a:solidFill>
                  <a:schemeClr val="dk2"/>
                </a:solidFill>
                <a:latin typeface="Gill Sans"/>
                <a:ea typeface="Gill Sans"/>
                <a:cs typeface="Gill Sans"/>
                <a:sym typeface="Gill Sans"/>
              </a:defRPr>
            </a:lvl3pPr>
            <a:lvl4pPr marL="0" marR="0" lvl="3" indent="0" algn="l" rtl="0">
              <a:spcBef>
                <a:spcPts val="0"/>
              </a:spcBef>
              <a:buNone/>
              <a:defRPr sz="1400" b="0" i="0" u="none" strike="noStrike" cap="none">
                <a:solidFill>
                  <a:schemeClr val="dk2"/>
                </a:solidFill>
                <a:latin typeface="Gill Sans"/>
                <a:ea typeface="Gill Sans"/>
                <a:cs typeface="Gill Sans"/>
                <a:sym typeface="Gill Sans"/>
              </a:defRPr>
            </a:lvl4pPr>
            <a:lvl5pPr marL="0" marR="0" lvl="4" indent="0" algn="l" rtl="0">
              <a:spcBef>
                <a:spcPts val="0"/>
              </a:spcBef>
              <a:buNone/>
              <a:defRPr sz="1400" b="0" i="0" u="none" strike="noStrike" cap="none">
                <a:solidFill>
                  <a:schemeClr val="dk2"/>
                </a:solidFill>
                <a:latin typeface="Gill Sans"/>
                <a:ea typeface="Gill Sans"/>
                <a:cs typeface="Gill Sans"/>
                <a:sym typeface="Gill Sans"/>
              </a:defRPr>
            </a:lvl5pPr>
            <a:lvl6pPr marL="0" marR="0" lvl="5" indent="0" algn="l" rtl="0">
              <a:spcBef>
                <a:spcPts val="0"/>
              </a:spcBef>
              <a:buNone/>
              <a:defRPr sz="1400" b="0" i="0" u="none" strike="noStrike" cap="none">
                <a:solidFill>
                  <a:schemeClr val="dk2"/>
                </a:solidFill>
                <a:latin typeface="Gill Sans"/>
                <a:ea typeface="Gill Sans"/>
                <a:cs typeface="Gill Sans"/>
                <a:sym typeface="Gill Sans"/>
              </a:defRPr>
            </a:lvl6pPr>
            <a:lvl7pPr marL="0" marR="0" lvl="6" indent="0" algn="l" rtl="0">
              <a:spcBef>
                <a:spcPts val="0"/>
              </a:spcBef>
              <a:buNone/>
              <a:defRPr sz="1400" b="0" i="0" u="none" strike="noStrike" cap="none">
                <a:solidFill>
                  <a:schemeClr val="dk2"/>
                </a:solidFill>
                <a:latin typeface="Gill Sans"/>
                <a:ea typeface="Gill Sans"/>
                <a:cs typeface="Gill Sans"/>
                <a:sym typeface="Gill Sans"/>
              </a:defRPr>
            </a:lvl7pPr>
            <a:lvl8pPr marL="0" marR="0" lvl="7" indent="0" algn="l" rtl="0">
              <a:spcBef>
                <a:spcPts val="0"/>
              </a:spcBef>
              <a:buNone/>
              <a:defRPr sz="1400" b="0" i="0" u="none" strike="noStrike" cap="none">
                <a:solidFill>
                  <a:schemeClr val="dk2"/>
                </a:solidFill>
                <a:latin typeface="Gill Sans"/>
                <a:ea typeface="Gill Sans"/>
                <a:cs typeface="Gill Sans"/>
                <a:sym typeface="Gill Sans"/>
              </a:defRPr>
            </a:lvl8pPr>
            <a:lvl9pPr marL="0" marR="0" lvl="8" indent="0" algn="l" rtl="0">
              <a:spcBef>
                <a:spcPts val="0"/>
              </a:spcBef>
              <a:buNone/>
              <a:defRPr sz="1400" b="0" i="0" u="none" strike="noStrike" cap="none">
                <a:solidFill>
                  <a:schemeClr val="dk2"/>
                </a:solidFill>
                <a:latin typeface="Gill Sans"/>
                <a:ea typeface="Gill Sans"/>
                <a:cs typeface="Gill Sans"/>
                <a:sym typeface="Gill Sans"/>
              </a:defRPr>
            </a:lvl9pPr>
          </a:lstStyle>
          <a:p>
            <a:pPr marL="0" lvl="0" indent="0" algn="l" rtl="0">
              <a:spcBef>
                <a:spcPts val="0"/>
              </a:spcBef>
              <a:spcAft>
                <a:spcPts val="0"/>
              </a:spcAft>
              <a:buNone/>
            </a:pPr>
            <a:fld id="{00000000-1234-1234-1234-123412341234}" type="slidenum">
              <a:rPr lang="en-US"/>
              <a:t>‹#›</a:t>
            </a:fld>
            <a:endParaRPr/>
          </a:p>
        </p:txBody>
      </p:sp>
      <p:cxnSp>
        <p:nvCxnSpPr>
          <p:cNvPr id="15" name="Google Shape;15;p29"/>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16" name="Google Shape;16;p29"/>
          <p:cNvCxnSpPr/>
          <p:nvPr/>
        </p:nvCxnSpPr>
        <p:spPr>
          <a:xfrm>
            <a:off x="457200" y="1143000"/>
            <a:ext cx="8229600" cy="0"/>
          </a:xfrm>
          <a:prstGeom prst="straightConnector1">
            <a:avLst/>
          </a:prstGeom>
          <a:noFill/>
          <a:ln w="9525" cap="flat" cmpd="sng">
            <a:solidFill>
              <a:schemeClr val="accent2"/>
            </a:solidFill>
            <a:prstDash val="dash"/>
            <a:round/>
            <a:headEnd type="none" w="sm" len="sm"/>
            <a:tailEnd type="none" w="sm" len="sm"/>
          </a:ln>
        </p:spPr>
      </p:cxnSp>
      <p:sp>
        <p:nvSpPr>
          <p:cNvPr id="17" name="Google Shape;17;p29"/>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nodejs.org/en/download"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customXml" Target="../ink/ink1.xml"/></Relationships>
</file>

<file path=ppt/slides/_rels/slide8.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6.png"/><Relationship Id="rId11" Type="http://schemas.openxmlformats.org/officeDocument/2006/relationships/image" Target="../media/image10.png"/><Relationship Id="rId5" Type="http://schemas.openxmlformats.org/officeDocument/2006/relationships/image" Target="../media/image5.png"/><Relationship Id="rId10" Type="http://schemas.openxmlformats.org/officeDocument/2006/relationships/customXml" Target="../ink/ink3.xml"/><Relationship Id="rId4" Type="http://schemas.openxmlformats.org/officeDocument/2006/relationships/image" Target="../media/image4.png"/><Relationship Id="rId9"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customXml" Target="../ink/ink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customXml" Target="../ink/ink5.xml"/></Relationships>
</file>

<file path=ppt/slides/_rels/slide12.xml.rels><?xml version="1.0" encoding="UTF-8" standalone="yes"?>
<Relationships xmlns="http://schemas.openxmlformats.org/package/2006/relationships"><Relationship Id="rId8" Type="http://schemas.microsoft.com/office/2007/relationships/hdphoto" Target="../media/hdphoto3.wdp"/><Relationship Id="rId13" Type="http://schemas.openxmlformats.org/officeDocument/2006/relationships/image" Target="../media/image18.png"/><Relationship Id="rId3" Type="http://schemas.openxmlformats.org/officeDocument/2006/relationships/image" Target="../media/image11.png"/><Relationship Id="rId7" Type="http://schemas.openxmlformats.org/officeDocument/2006/relationships/image" Target="../media/image15.png"/><Relationship Id="rId12" Type="http://schemas.microsoft.com/office/2007/relationships/hdphoto" Target="../media/hdphoto5.wdp"/><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microsoft.com/office/2007/relationships/hdphoto" Target="../media/hdphoto2.wdp"/><Relationship Id="rId11" Type="http://schemas.openxmlformats.org/officeDocument/2006/relationships/image" Target="../media/image17.png"/><Relationship Id="rId5" Type="http://schemas.openxmlformats.org/officeDocument/2006/relationships/image" Target="../media/image14.png"/><Relationship Id="rId10" Type="http://schemas.microsoft.com/office/2007/relationships/hdphoto" Target="../media/hdphoto4.wdp"/><Relationship Id="rId4" Type="http://schemas.microsoft.com/office/2007/relationships/hdphoto" Target="../media/hdphoto1.wdp"/><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
          <p:cNvSpPr txBox="1">
            <a:spLocks noGrp="1"/>
          </p:cNvSpPr>
          <p:nvPr>
            <p:ph type="ctrTitle"/>
          </p:nvPr>
        </p:nvSpPr>
        <p:spPr>
          <a:xfrm>
            <a:off x="1219200" y="3886200"/>
            <a:ext cx="6934200" cy="990600"/>
          </a:xfrm>
          <a:prstGeom prst="rect">
            <a:avLst/>
          </a:prstGeom>
          <a:noFill/>
          <a:ln>
            <a:noFill/>
          </a:ln>
        </p:spPr>
        <p:txBody>
          <a:bodyPr spcFirstLastPara="1" wrap="square" lIns="91425" tIns="45700" rIns="91425" bIns="45700" anchor="t" anchorCtr="0">
            <a:noAutofit/>
          </a:bodyPr>
          <a:lstStyle/>
          <a:p>
            <a:pPr lvl="0">
              <a:buSzPts val="3000"/>
            </a:pPr>
            <a:r>
              <a:rPr lang="en-US" sz="3000" dirty="0"/>
              <a:t>CTE 2059 - Computer Graphic</a:t>
            </a:r>
            <a:br>
              <a:rPr lang="en-US" sz="3000" dirty="0"/>
            </a:br>
            <a:r>
              <a:rPr lang="en-US" sz="3000" dirty="0"/>
              <a:t>Lecture 1 – Scene &amp; Primitives</a:t>
            </a:r>
            <a:endParaRPr sz="3000" dirty="0"/>
          </a:p>
        </p:txBody>
      </p:sp>
      <p:sp>
        <p:nvSpPr>
          <p:cNvPr id="112" name="Google Shape;112;p1"/>
          <p:cNvSpPr txBox="1">
            <a:spLocks noGrp="1"/>
          </p:cNvSpPr>
          <p:nvPr>
            <p:ph type="subTitle" idx="1"/>
          </p:nvPr>
        </p:nvSpPr>
        <p:spPr>
          <a:xfrm>
            <a:off x="1143000" y="5029200"/>
            <a:ext cx="7086600" cy="685800"/>
          </a:xfrm>
          <a:prstGeom prst="rect">
            <a:avLst/>
          </a:prstGeom>
          <a:noFill/>
          <a:ln>
            <a:noFill/>
          </a:ln>
        </p:spPr>
        <p:txBody>
          <a:bodyPr spcFirstLastPara="1" wrap="square" lIns="91425" tIns="45700" rIns="91425" bIns="45700" anchor="t" anchorCtr="0">
            <a:noAutofit/>
          </a:bodyPr>
          <a:lstStyle/>
          <a:p>
            <a:pPr marL="0" lvl="0" indent="0">
              <a:spcBef>
                <a:spcPts val="0"/>
              </a:spcBef>
            </a:pPr>
            <a:r>
              <a:rPr lang="en-US" dirty="0">
                <a:solidFill>
                  <a:schemeClr val="dk1"/>
                </a:solidFill>
                <a:latin typeface="Cambria"/>
                <a:ea typeface="Cambria"/>
                <a:cs typeface="Cambria"/>
                <a:sym typeface="Cambria"/>
              </a:rPr>
              <a:t>University of Engineering and Technology</a:t>
            </a:r>
          </a:p>
          <a:p>
            <a:pPr marL="0" lvl="0" indent="0"/>
            <a:r>
              <a:rPr lang="en-US" dirty="0">
                <a:solidFill>
                  <a:schemeClr val="dk1"/>
                </a:solidFill>
                <a:latin typeface="Cambria"/>
                <a:ea typeface="Cambria"/>
                <a:sym typeface="Cambria"/>
              </a:rPr>
              <a:t>VIETNAM NATIONAL UNIVERSITY, HANOI</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g38848204ce3_0_96"/>
          <p:cNvSpPr txBox="1">
            <a:spLocks noGrp="1"/>
          </p:cNvSpPr>
          <p:nvPr>
            <p:ph type="title"/>
          </p:nvPr>
        </p:nvSpPr>
        <p:spPr>
          <a:xfrm>
            <a:off x="457200" y="152400"/>
            <a:ext cx="8229600" cy="9906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Outline</a:t>
            </a:r>
            <a:endParaRPr/>
          </a:p>
        </p:txBody>
      </p:sp>
      <p:sp>
        <p:nvSpPr>
          <p:cNvPr id="119" name="Google Shape;119;g38848204ce3_0_96"/>
          <p:cNvSpPr txBox="1">
            <a:spLocks noGrp="1"/>
          </p:cNvSpPr>
          <p:nvPr>
            <p:ph type="body" idx="1"/>
          </p:nvPr>
        </p:nvSpPr>
        <p:spPr>
          <a:xfrm>
            <a:off x="457200" y="1219200"/>
            <a:ext cx="8229600" cy="4937700"/>
          </a:xfrm>
          <a:prstGeom prst="rect">
            <a:avLst/>
          </a:prstGeom>
        </p:spPr>
        <p:txBody>
          <a:bodyPr spcFirstLastPara="1" wrap="square" lIns="91425" tIns="45700" rIns="91425" bIns="45700" anchor="t" anchorCtr="0">
            <a:normAutofit/>
          </a:bodyPr>
          <a:lstStyle/>
          <a:p>
            <a:pPr lvl="0">
              <a:spcBef>
                <a:spcPts val="0"/>
              </a:spcBef>
            </a:pPr>
            <a:r>
              <a:rPr lang="en-US" sz="2400" b="1" dirty="0"/>
              <a:t>Getting Started</a:t>
            </a:r>
          </a:p>
          <a:p>
            <a:pPr lvl="1">
              <a:spcBef>
                <a:spcPts val="0"/>
              </a:spcBef>
            </a:pPr>
            <a:r>
              <a:rPr lang="en-US" sz="2100" dirty="0"/>
              <a:t>Installation</a:t>
            </a:r>
          </a:p>
          <a:p>
            <a:pPr lvl="1">
              <a:spcBef>
                <a:spcPts val="0"/>
              </a:spcBef>
            </a:pPr>
            <a:r>
              <a:rPr lang="en-US" sz="2100" dirty="0"/>
              <a:t>Creating a Scene</a:t>
            </a:r>
          </a:p>
          <a:p>
            <a:pPr marL="457200" lvl="0" indent="-315468" algn="l" rtl="0">
              <a:spcBef>
                <a:spcPts val="0"/>
              </a:spcBef>
              <a:spcAft>
                <a:spcPts val="0"/>
              </a:spcAft>
              <a:buSzPts val="1368"/>
              <a:buChar char="🞂"/>
            </a:pPr>
            <a:r>
              <a:rPr lang="en-US" sz="2400" b="1" dirty="0"/>
              <a:t>Fundamentals</a:t>
            </a:r>
          </a:p>
          <a:p>
            <a:pPr marL="457200" lvl="0" indent="-315468" algn="l" rtl="0">
              <a:spcBef>
                <a:spcPts val="0"/>
              </a:spcBef>
              <a:spcAft>
                <a:spcPts val="0"/>
              </a:spcAft>
              <a:buSzPts val="1368"/>
              <a:buChar char="🞂"/>
            </a:pPr>
            <a:r>
              <a:rPr lang="en-US" sz="2400" b="1" dirty="0"/>
              <a:t>Primitives</a:t>
            </a:r>
          </a:p>
          <a:p>
            <a:pPr lvl="1">
              <a:spcBef>
                <a:spcPts val="0"/>
              </a:spcBef>
            </a:pPr>
            <a:r>
              <a:rPr lang="en-US" sz="2100" dirty="0"/>
              <a:t>Box, Sphere, Cylinder, Torus, Cone, Capsule, Plane</a:t>
            </a:r>
          </a:p>
          <a:p>
            <a:pPr lvl="1">
              <a:spcBef>
                <a:spcPts val="0"/>
              </a:spcBef>
            </a:pPr>
            <a:r>
              <a:rPr lang="en-US" sz="2100" dirty="0"/>
              <a:t>Grouping &amp; Hierarchy</a:t>
            </a:r>
          </a:p>
          <a:p>
            <a:pPr marL="457200" marR="0" lvl="0" indent="-315468" algn="l" rtl="0">
              <a:lnSpc>
                <a:spcPct val="100000"/>
              </a:lnSpc>
              <a:spcBef>
                <a:spcPts val="0"/>
              </a:spcBef>
              <a:spcAft>
                <a:spcPts val="0"/>
              </a:spcAft>
              <a:buSzPts val="1368"/>
              <a:buChar char="🞂"/>
            </a:pPr>
            <a:r>
              <a:rPr lang="en-US" sz="2400" b="1" dirty="0"/>
              <a:t>Hands-On Activity</a:t>
            </a:r>
            <a:endParaRPr sz="2400" b="1" dirty="0"/>
          </a:p>
        </p:txBody>
      </p:sp>
      <p:sp>
        <p:nvSpPr>
          <p:cNvPr id="3" name="Slide Number Placeholder 2">
            <a:extLst>
              <a:ext uri="{FF2B5EF4-FFF2-40B4-BE49-F238E27FC236}">
                <a16:creationId xmlns:a16="http://schemas.microsoft.com/office/drawing/2014/main" id="{74317003-EBEA-9A4F-45E5-043B1E3A5283}"/>
              </a:ext>
            </a:extLst>
          </p:cNvPr>
          <p:cNvSpPr>
            <a:spLocks noGrp="1"/>
          </p:cNvSpPr>
          <p:nvPr>
            <p:ph type="sldNum" idx="12"/>
          </p:nvPr>
        </p:nvSpPr>
        <p:spPr/>
        <p:txBody>
          <a:bodyPr/>
          <a:lstStyle/>
          <a:p>
            <a:pPr marL="0" lvl="0" indent="0" algn="r" rtl="0">
              <a:spcBef>
                <a:spcPts val="0"/>
              </a:spcBef>
              <a:spcAft>
                <a:spcPts val="0"/>
              </a:spcAft>
              <a:buNone/>
            </a:pPr>
            <a:r>
              <a:rPr lang="en-US" dirty="0"/>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B71CDE8D-0AB8-F4B6-B5DC-B89DBC4DB41F}"/>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6A082B44-AD99-4326-7163-8925182B5DD4}"/>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Getting Started</a:t>
            </a:r>
            <a:endParaRPr dirty="0"/>
          </a:p>
        </p:txBody>
      </p:sp>
      <p:sp>
        <p:nvSpPr>
          <p:cNvPr id="126" name="Google Shape;126;p2">
            <a:extLst>
              <a:ext uri="{FF2B5EF4-FFF2-40B4-BE49-F238E27FC236}">
                <a16:creationId xmlns:a16="http://schemas.microsoft.com/office/drawing/2014/main" id="{9BAD3AD8-3231-B169-F538-D9951DEF3F5A}"/>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4CFA1DE5-9444-E256-9F4D-E48C5397ADA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2</a:t>
            </a:fld>
            <a:endParaRPr lang="en-US"/>
          </a:p>
        </p:txBody>
      </p:sp>
    </p:spTree>
    <p:extLst>
      <p:ext uri="{BB962C8B-B14F-4D97-AF65-F5344CB8AC3E}">
        <p14:creationId xmlns:p14="http://schemas.microsoft.com/office/powerpoint/2010/main" val="3737972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F039324-9B43-F2AE-67CB-56B64C79215E}"/>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873D605-D0F4-2EDD-C5A3-524CF60AC775}"/>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Installation</a:t>
            </a:r>
            <a:endParaRPr dirty="0"/>
          </a:p>
        </p:txBody>
      </p:sp>
      <p:sp>
        <p:nvSpPr>
          <p:cNvPr id="138" name="Google Shape;138;p3">
            <a:extLst>
              <a:ext uri="{FF2B5EF4-FFF2-40B4-BE49-F238E27FC236}">
                <a16:creationId xmlns:a16="http://schemas.microsoft.com/office/drawing/2014/main" id="{969670E5-13A2-54B5-2689-3C5565386C7F}"/>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Installing </a:t>
            </a:r>
            <a:r>
              <a:rPr lang="en-US" sz="1800" b="1" dirty="0" err="1"/>
              <a:t>VSCode</a:t>
            </a:r>
            <a:r>
              <a:rPr lang="en-US" sz="1800" b="1" dirty="0"/>
              <a:t>: </a:t>
            </a:r>
            <a:r>
              <a:rPr lang="en-US" sz="1800" b="1" dirty="0">
                <a:hlinkClick r:id="rId3"/>
              </a:rPr>
              <a:t>https://code.visualstudio.com/</a:t>
            </a:r>
            <a:endParaRPr lang="en-US" sz="1800" b="1" dirty="0"/>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Installing Node.js: </a:t>
            </a:r>
            <a:r>
              <a:rPr lang="en-US" sz="1800" dirty="0">
                <a:hlinkClick r:id="rId4"/>
              </a:rPr>
              <a:t>https://nodejs.org/en/download</a:t>
            </a:r>
            <a:r>
              <a:rPr lang="en-US" sz="1800" dirty="0"/>
              <a:t> (Window Installer)</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dirty="0"/>
              <a:t>Open </a:t>
            </a:r>
            <a:r>
              <a:rPr lang="en-US" sz="1800" dirty="0" err="1"/>
              <a:t>VSCode</a:t>
            </a:r>
            <a:r>
              <a:rPr lang="en-US" sz="1800" dirty="0"/>
              <a:t>, create a new folder, enable AutoSave option and open a Terminal</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Check installation: Type these commands in the terminal</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node --version =&gt; You should see a version number</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err="1"/>
              <a:t>npm</a:t>
            </a:r>
            <a:r>
              <a:rPr lang="en-US" sz="1700" dirty="0"/>
              <a:t> --version =&gt; You should see a version number</a:t>
            </a:r>
          </a:p>
          <a:p>
            <a:pPr marL="514350" indent="-514350" algn="just">
              <a:lnSpc>
                <a:spcPct val="150000"/>
              </a:lnSpc>
              <a:buClr>
                <a:srgbClr val="FFC000"/>
              </a:buClr>
              <a:buSzPts val="1976"/>
              <a:buFont typeface="Wingdings" panose="05000000000000000000" pitchFamily="2" charset="2"/>
              <a:buChar char="q"/>
            </a:pPr>
            <a:r>
              <a:rPr lang="en-US" sz="1800" b="1" dirty="0"/>
              <a:t>Installing Three.js: Type these commands in the terminal</a:t>
            </a:r>
          </a:p>
          <a:p>
            <a:pPr marL="971550" lvl="1" indent="-514350" algn="just">
              <a:lnSpc>
                <a:spcPct val="150000"/>
              </a:lnSpc>
              <a:buClr>
                <a:srgbClr val="FFC000"/>
              </a:buClr>
              <a:buSzPts val="1976"/>
              <a:buFont typeface="Wingdings" panose="05000000000000000000" pitchFamily="2" charset="2"/>
              <a:buChar char="q"/>
            </a:pPr>
            <a:r>
              <a:rPr lang="en-US" sz="1700" dirty="0" err="1"/>
              <a:t>npm</a:t>
            </a:r>
            <a:r>
              <a:rPr lang="en-US" sz="1700" dirty="0"/>
              <a:t> install --save three</a:t>
            </a:r>
          </a:p>
          <a:p>
            <a:pPr marL="971550" lvl="1" indent="-514350" algn="just">
              <a:lnSpc>
                <a:spcPct val="150000"/>
              </a:lnSpc>
              <a:buClr>
                <a:srgbClr val="FFC000"/>
              </a:buClr>
              <a:buSzPts val="1976"/>
              <a:buFont typeface="Wingdings" panose="05000000000000000000" pitchFamily="2" charset="2"/>
              <a:buChar char="q"/>
            </a:pPr>
            <a:r>
              <a:rPr lang="en-US" sz="1700" dirty="0" err="1"/>
              <a:t>npm</a:t>
            </a:r>
            <a:r>
              <a:rPr lang="en-US" sz="1700" dirty="0"/>
              <a:t> install --save-dev </a:t>
            </a:r>
            <a:r>
              <a:rPr lang="en-US" sz="1700" dirty="0" err="1"/>
              <a:t>vite</a:t>
            </a:r>
            <a:endParaRPr lang="en-US" sz="1700" dirty="0"/>
          </a:p>
          <a:p>
            <a:pPr marL="514350" indent="-514350" algn="just">
              <a:lnSpc>
                <a:spcPct val="150000"/>
              </a:lnSpc>
              <a:buClr>
                <a:srgbClr val="FFC000"/>
              </a:buClr>
              <a:buSzPts val="1976"/>
              <a:buFont typeface="Wingdings" panose="05000000000000000000" pitchFamily="2" charset="2"/>
              <a:buChar char="q"/>
            </a:pPr>
            <a:r>
              <a:rPr lang="en-US" sz="1800" b="1" dirty="0"/>
              <a:t>Installing </a:t>
            </a:r>
            <a:r>
              <a:rPr lang="en-US" sz="1800" b="1" dirty="0" err="1"/>
              <a:t>VSCode</a:t>
            </a:r>
            <a:r>
              <a:rPr lang="en-US" sz="1800" b="1" dirty="0"/>
              <a:t> Live Server Extension </a:t>
            </a:r>
            <a:r>
              <a:rPr lang="en-US" sz="1800" dirty="0"/>
              <a:t>(Optional)</a:t>
            </a:r>
          </a:p>
        </p:txBody>
      </p:sp>
      <p:sp>
        <p:nvSpPr>
          <p:cNvPr id="3" name="Slide Number Placeholder 2">
            <a:extLst>
              <a:ext uri="{FF2B5EF4-FFF2-40B4-BE49-F238E27FC236}">
                <a16:creationId xmlns:a16="http://schemas.microsoft.com/office/drawing/2014/main" id="{71120C1D-0606-742F-EADA-2FC1C52EA1F5}"/>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34217263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844001A6-F5D3-CF35-C98A-62E09CF4640C}"/>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F12B326-3893-4D9C-75F9-5AD7E9539AC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How to run the code?</a:t>
            </a:r>
            <a:endParaRPr dirty="0"/>
          </a:p>
        </p:txBody>
      </p:sp>
      <p:sp>
        <p:nvSpPr>
          <p:cNvPr id="138" name="Google Shape;138;p3">
            <a:extLst>
              <a:ext uri="{FF2B5EF4-FFF2-40B4-BE49-F238E27FC236}">
                <a16:creationId xmlns:a16="http://schemas.microsoft.com/office/drawing/2014/main" id="{5D451120-AE0E-770C-43E2-A76D0FF41F30}"/>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Basic Structure: </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At least one HTML file to define the webpage.</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At least a JavaScript file to run your three.js code.</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Static folder: resources such as textures, audio, 3D models will go here.</a:t>
            </a:r>
          </a:p>
          <a:p>
            <a:pPr marL="514350" indent="-514350" algn="just">
              <a:lnSpc>
                <a:spcPct val="150000"/>
              </a:lnSpc>
              <a:buClr>
                <a:srgbClr val="FFC000"/>
              </a:buClr>
              <a:buSzPts val="1976"/>
              <a:buFont typeface="Wingdings" panose="05000000000000000000" pitchFamily="2" charset="2"/>
              <a:buChar char="q"/>
            </a:pPr>
            <a:r>
              <a:rPr lang="en-US" sz="2000" b="1" dirty="0"/>
              <a:t>How to run the code: </a:t>
            </a:r>
            <a:r>
              <a:rPr lang="en-US" sz="2000" dirty="0"/>
              <a:t>(using source code from three.js manual)</a:t>
            </a:r>
          </a:p>
          <a:p>
            <a:pPr marL="971550" lvl="1" indent="-514350" algn="just">
              <a:lnSpc>
                <a:spcPct val="150000"/>
              </a:lnSpc>
              <a:buClr>
                <a:srgbClr val="FFC000"/>
              </a:buClr>
              <a:buSzPts val="1976"/>
              <a:buFont typeface="Wingdings" panose="05000000000000000000" pitchFamily="2" charset="2"/>
              <a:buChar char="q"/>
            </a:pPr>
            <a:r>
              <a:rPr lang="en-US" sz="1700" dirty="0"/>
              <a:t>From your terminal, run: </a:t>
            </a:r>
            <a:r>
              <a:rPr lang="en-US" sz="1700" b="1" dirty="0" err="1"/>
              <a:t>npx</a:t>
            </a:r>
            <a:r>
              <a:rPr lang="en-US" sz="1700" b="1" dirty="0"/>
              <a:t> </a:t>
            </a:r>
            <a:r>
              <a:rPr lang="en-US" sz="1700" b="1" dirty="0" err="1"/>
              <a:t>vite</a:t>
            </a:r>
            <a:endParaRPr lang="en-US" sz="1700" b="1" dirty="0"/>
          </a:p>
          <a:p>
            <a:pPr marL="971550" lvl="1" indent="-514350" algn="just">
              <a:lnSpc>
                <a:spcPct val="150000"/>
              </a:lnSpc>
              <a:buClr>
                <a:srgbClr val="FFC000"/>
              </a:buClr>
              <a:buSzPts val="1976"/>
              <a:buFont typeface="Wingdings" panose="05000000000000000000" pitchFamily="2" charset="2"/>
              <a:buChar char="q"/>
            </a:pPr>
            <a:r>
              <a:rPr lang="en-US" sz="1700" dirty="0"/>
              <a:t>From your html file, “Go Live” with Live Server Extension.</a:t>
            </a:r>
          </a:p>
          <a:p>
            <a:pPr marL="971550" lvl="1" indent="-514350" algn="just">
              <a:lnSpc>
                <a:spcPct val="150000"/>
              </a:lnSpc>
              <a:buClr>
                <a:srgbClr val="FFC000"/>
              </a:buClr>
              <a:buSzPts val="1976"/>
              <a:buFont typeface="Wingdings" panose="05000000000000000000" pitchFamily="2" charset="2"/>
              <a:buChar char="q"/>
            </a:pPr>
            <a:r>
              <a:rPr lang="en-US" sz="1700" dirty="0"/>
              <a:t>You should see a localhost URL linked to your web application </a:t>
            </a:r>
          </a:p>
          <a:p>
            <a:pPr marL="914400" lvl="2" indent="0" algn="just">
              <a:lnSpc>
                <a:spcPct val="150000"/>
              </a:lnSpc>
              <a:buClr>
                <a:srgbClr val="FFC000"/>
              </a:buClr>
              <a:buSzPts val="1976"/>
              <a:buNone/>
            </a:pPr>
            <a:r>
              <a:rPr lang="en-US" sz="1400" dirty="0"/>
              <a:t>(It should be a page with a green cube in the middle and a dark background at this point).</a:t>
            </a:r>
            <a:r>
              <a:rPr lang="en-US" sz="1100" dirty="0"/>
              <a:t> </a:t>
            </a:r>
          </a:p>
        </p:txBody>
      </p:sp>
      <p:sp>
        <p:nvSpPr>
          <p:cNvPr id="3" name="Slide Number Placeholder 2">
            <a:extLst>
              <a:ext uri="{FF2B5EF4-FFF2-40B4-BE49-F238E27FC236}">
                <a16:creationId xmlns:a16="http://schemas.microsoft.com/office/drawing/2014/main" id="{62D926D4-154D-7B41-8784-1897CDDF4CAD}"/>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601390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162E1F2C-9BE9-8CAC-89EB-F8BDB7BDCDD6}"/>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43A76676-F320-09E4-2DE2-2284B72B1A17}"/>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Fundamentals</a:t>
            </a:r>
            <a:endParaRPr dirty="0"/>
          </a:p>
        </p:txBody>
      </p:sp>
      <p:sp>
        <p:nvSpPr>
          <p:cNvPr id="126" name="Google Shape;126;p2">
            <a:extLst>
              <a:ext uri="{FF2B5EF4-FFF2-40B4-BE49-F238E27FC236}">
                <a16:creationId xmlns:a16="http://schemas.microsoft.com/office/drawing/2014/main" id="{C99817BA-0228-E677-E1DB-C013207F1A48}"/>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8F70ADD3-4B1F-0BCB-8818-09EA4E24F478}"/>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5</a:t>
            </a:fld>
            <a:endParaRPr lang="en-US"/>
          </a:p>
        </p:txBody>
      </p:sp>
    </p:spTree>
    <p:extLst>
      <p:ext uri="{BB962C8B-B14F-4D97-AF65-F5344CB8AC3E}">
        <p14:creationId xmlns:p14="http://schemas.microsoft.com/office/powerpoint/2010/main" val="1326700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34DA155-682B-6458-9AAB-3E8B19744FD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6EA9D752-8745-84D7-FA36-5C73A03693A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Structure of a Three.js app</a:t>
            </a:r>
            <a:endParaRPr dirty="0"/>
          </a:p>
        </p:txBody>
      </p:sp>
      <p:sp>
        <p:nvSpPr>
          <p:cNvPr id="138" name="Google Shape;138;p3">
            <a:extLst>
              <a:ext uri="{FF2B5EF4-FFF2-40B4-BE49-F238E27FC236}">
                <a16:creationId xmlns:a16="http://schemas.microsoft.com/office/drawing/2014/main" id="{8EAF8A50-D4EE-3E0D-B76C-301F0E0E08A0}"/>
              </a:ext>
            </a:extLst>
          </p:cNvPr>
          <p:cNvSpPr txBox="1">
            <a:spLocks noGrp="1"/>
          </p:cNvSpPr>
          <p:nvPr>
            <p:ph type="body" idx="1"/>
          </p:nvPr>
        </p:nvSpPr>
        <p:spPr>
          <a:xfrm>
            <a:off x="457200" y="1219200"/>
            <a:ext cx="6459415" cy="592015"/>
          </a:xfrm>
          <a:prstGeom prst="rect">
            <a:avLst/>
          </a:prstGeom>
          <a:noFill/>
          <a:ln>
            <a:noFill/>
          </a:ln>
        </p:spPr>
        <p:txBody>
          <a:bodyPr spcFirstLastPara="1" wrap="square" lIns="91425" tIns="45700" rIns="91425" bIns="45700" anchor="t" anchorCtr="0">
            <a:normAutofit fontScale="92500"/>
          </a:bodyPr>
          <a:lstStyle/>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2000" dirty="0"/>
              <a:t>Here is a diagram that represents a </a:t>
            </a:r>
            <a:r>
              <a:rPr lang="en-US" sz="2000" b="1" dirty="0"/>
              <a:t>small three.js app:</a:t>
            </a:r>
            <a:endParaRPr lang="en-US" sz="2000" dirty="0"/>
          </a:p>
        </p:txBody>
      </p:sp>
      <p:sp>
        <p:nvSpPr>
          <p:cNvPr id="3" name="Slide Number Placeholder 2">
            <a:extLst>
              <a:ext uri="{FF2B5EF4-FFF2-40B4-BE49-F238E27FC236}">
                <a16:creationId xmlns:a16="http://schemas.microsoft.com/office/drawing/2014/main" id="{DCC86340-7733-3D13-FF52-495052B5A848}"/>
              </a:ext>
            </a:extLst>
          </p:cNvPr>
          <p:cNvSpPr>
            <a:spLocks noGrp="1"/>
          </p:cNvSpPr>
          <p:nvPr>
            <p:ph type="sldNum" idx="12"/>
          </p:nvPr>
        </p:nvSpPr>
        <p:spPr/>
        <p:txBody>
          <a:bodyPr/>
          <a:lstStyle/>
          <a:p>
            <a:pPr marL="0" lvl="0" indent="0" algn="r" rtl="0">
              <a:spcBef>
                <a:spcPts val="0"/>
              </a:spcBef>
              <a:spcAft>
                <a:spcPts val="0"/>
              </a:spcAft>
              <a:buNone/>
            </a:pPr>
            <a:r>
              <a:rPr lang="en-US" dirty="0"/>
              <a:t>4</a:t>
            </a:r>
          </a:p>
        </p:txBody>
      </p:sp>
      <p:sp>
        <p:nvSpPr>
          <p:cNvPr id="4" name="AutoShape 4">
            <a:extLst>
              <a:ext uri="{FF2B5EF4-FFF2-40B4-BE49-F238E27FC236}">
                <a16:creationId xmlns:a16="http://schemas.microsoft.com/office/drawing/2014/main" id="{882087C9-D99E-C848-CF97-2A71D40DC925}"/>
              </a:ext>
            </a:extLst>
          </p:cNvPr>
          <p:cNvSpPr>
            <a:spLocks noChangeAspect="1" noChangeArrowheads="1"/>
          </p:cNvSpPr>
          <p:nvPr/>
        </p:nvSpPr>
        <p:spPr bwMode="auto">
          <a:xfrm>
            <a:off x="4419599" y="3276599"/>
            <a:ext cx="2497015" cy="249701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8">
            <a:extLst>
              <a:ext uri="{FF2B5EF4-FFF2-40B4-BE49-F238E27FC236}">
                <a16:creationId xmlns:a16="http://schemas.microsoft.com/office/drawing/2014/main" id="{8ACD2EB8-2159-DFD2-3ABF-45973B7895BE}"/>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5CEA6011-A2FD-27AB-4198-60B769D8B52A}"/>
              </a:ext>
            </a:extLst>
          </p:cNvPr>
          <p:cNvPicPr>
            <a:picLocks noChangeAspect="1"/>
          </p:cNvPicPr>
          <p:nvPr/>
        </p:nvPicPr>
        <p:blipFill>
          <a:blip r:embed="rId3"/>
          <a:stretch>
            <a:fillRect/>
          </a:stretch>
        </p:blipFill>
        <p:spPr>
          <a:xfrm>
            <a:off x="1745043" y="1811215"/>
            <a:ext cx="5653914" cy="4058703"/>
          </a:xfrm>
          <a:prstGeom prst="rect">
            <a:avLst/>
          </a:prstGeom>
        </p:spPr>
      </p:pic>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E453E216-6AA2-DCFF-4E8D-C2FF5B63E873}"/>
                  </a:ext>
                </a:extLst>
              </p14:cNvPr>
              <p14:cNvContentPartPr/>
              <p14:nvPr/>
            </p14:nvContentPartPr>
            <p14:xfrm>
              <a:off x="1405440" y="2030400"/>
              <a:ext cx="5141880" cy="3955680"/>
            </p14:xfrm>
          </p:contentPart>
        </mc:Choice>
        <mc:Fallback>
          <p:pic>
            <p:nvPicPr>
              <p:cNvPr id="7" name="Ink 6">
                <a:extLst>
                  <a:ext uri="{FF2B5EF4-FFF2-40B4-BE49-F238E27FC236}">
                    <a16:creationId xmlns:a16="http://schemas.microsoft.com/office/drawing/2014/main" id="{E453E216-6AA2-DCFF-4E8D-C2FF5B63E873}"/>
                  </a:ext>
                </a:extLst>
              </p:cNvPr>
              <p:cNvPicPr/>
              <p:nvPr/>
            </p:nvPicPr>
            <p:blipFill>
              <a:blip r:embed="rId5"/>
              <a:stretch>
                <a:fillRect/>
              </a:stretch>
            </p:blipFill>
            <p:spPr>
              <a:xfrm>
                <a:off x="1396080" y="2021040"/>
                <a:ext cx="5160600" cy="3974400"/>
              </a:xfrm>
              <a:prstGeom prst="rect">
                <a:avLst/>
              </a:prstGeom>
            </p:spPr>
          </p:pic>
        </mc:Fallback>
      </mc:AlternateContent>
    </p:spTree>
    <p:extLst>
      <p:ext uri="{BB962C8B-B14F-4D97-AF65-F5344CB8AC3E}">
        <p14:creationId xmlns:p14="http://schemas.microsoft.com/office/powerpoint/2010/main" val="3473373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4A03E73-2E20-BB2B-8612-AF237E9DD8B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E19B58B9-92D7-3C44-B6C0-BFB7D00AD13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“Hello Cube” Setup</a:t>
            </a:r>
            <a:endParaRPr dirty="0"/>
          </a:p>
        </p:txBody>
      </p:sp>
      <p:sp>
        <p:nvSpPr>
          <p:cNvPr id="138" name="Google Shape;138;p3">
            <a:extLst>
              <a:ext uri="{FF2B5EF4-FFF2-40B4-BE49-F238E27FC236}">
                <a16:creationId xmlns:a16="http://schemas.microsoft.com/office/drawing/2014/main" id="{4A715CEF-CB87-C12A-00EA-D438574FF329}"/>
              </a:ext>
            </a:extLst>
          </p:cNvPr>
          <p:cNvSpPr txBox="1">
            <a:spLocks noGrp="1"/>
          </p:cNvSpPr>
          <p:nvPr>
            <p:ph type="body" idx="1"/>
          </p:nvPr>
        </p:nvSpPr>
        <p:spPr>
          <a:xfrm>
            <a:off x="457200" y="1219200"/>
            <a:ext cx="2965938" cy="709246"/>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Creating the scene: </a:t>
            </a:r>
          </a:p>
          <a:p>
            <a:pPr marL="0" lvl="0" indent="0" algn="just" rtl="0">
              <a:lnSpc>
                <a:spcPct val="150000"/>
              </a:lnSpc>
              <a:spcAft>
                <a:spcPts val="0"/>
              </a:spcAft>
              <a:buClr>
                <a:schemeClr val="accent4">
                  <a:lumMod val="75000"/>
                </a:schemeClr>
              </a:buClr>
              <a:buSzPts val="1976"/>
              <a:buNone/>
            </a:pPr>
            <a:endParaRPr lang="en-US" sz="2000" b="1" dirty="0"/>
          </a:p>
        </p:txBody>
      </p:sp>
      <p:sp>
        <p:nvSpPr>
          <p:cNvPr id="3" name="Slide Number Placeholder 2">
            <a:extLst>
              <a:ext uri="{FF2B5EF4-FFF2-40B4-BE49-F238E27FC236}">
                <a16:creationId xmlns:a16="http://schemas.microsoft.com/office/drawing/2014/main" id="{A69C6CC0-5C99-937F-D6E1-9DA576FC82E3}"/>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pic>
        <p:nvPicPr>
          <p:cNvPr id="5" name="Picture 4">
            <a:extLst>
              <a:ext uri="{FF2B5EF4-FFF2-40B4-BE49-F238E27FC236}">
                <a16:creationId xmlns:a16="http://schemas.microsoft.com/office/drawing/2014/main" id="{E87DDD83-C63E-82F6-BB69-71FAD93E436C}"/>
              </a:ext>
            </a:extLst>
          </p:cNvPr>
          <p:cNvPicPr>
            <a:picLocks noChangeAspect="1"/>
          </p:cNvPicPr>
          <p:nvPr/>
        </p:nvPicPr>
        <p:blipFill>
          <a:blip r:embed="rId3"/>
          <a:srcRect l="4530" t="12066" r="24027" b="7036"/>
          <a:stretch>
            <a:fillRect/>
          </a:stretch>
        </p:blipFill>
        <p:spPr>
          <a:xfrm>
            <a:off x="533401" y="1879838"/>
            <a:ext cx="5328137" cy="2046430"/>
          </a:xfrm>
          <a:prstGeom prst="rect">
            <a:avLst/>
          </a:prstGeom>
        </p:spPr>
      </p:pic>
      <p:sp>
        <p:nvSpPr>
          <p:cNvPr id="6" name="Google Shape;138;p3">
            <a:extLst>
              <a:ext uri="{FF2B5EF4-FFF2-40B4-BE49-F238E27FC236}">
                <a16:creationId xmlns:a16="http://schemas.microsoft.com/office/drawing/2014/main" id="{D7DBD2CA-280D-6FFE-B06E-152DDF202116}"/>
              </a:ext>
            </a:extLst>
          </p:cNvPr>
          <p:cNvSpPr txBox="1">
            <a:spLocks/>
          </p:cNvSpPr>
          <p:nvPr/>
        </p:nvSpPr>
        <p:spPr>
          <a:xfrm>
            <a:off x="457200" y="3926268"/>
            <a:ext cx="2473569" cy="70924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indent="-457200" algn="just">
              <a:lnSpc>
                <a:spcPct val="150000"/>
              </a:lnSpc>
              <a:buClr>
                <a:schemeClr val="accent4">
                  <a:lumMod val="75000"/>
                </a:schemeClr>
              </a:buClr>
              <a:buSzPts val="1976"/>
              <a:buFont typeface="Wingdings" panose="05000000000000000000" pitchFamily="2" charset="2"/>
              <a:buChar char="q"/>
            </a:pPr>
            <a:r>
              <a:rPr lang="en-US" sz="2000" b="1" dirty="0"/>
              <a:t>Adding a cube: </a:t>
            </a:r>
          </a:p>
          <a:p>
            <a:pPr marL="0" indent="0" algn="just">
              <a:lnSpc>
                <a:spcPct val="150000"/>
              </a:lnSpc>
              <a:buClr>
                <a:schemeClr val="accent4">
                  <a:lumMod val="75000"/>
                </a:schemeClr>
              </a:buClr>
              <a:buSzPts val="1976"/>
              <a:buFont typeface="Noto Sans Symbols"/>
              <a:buNone/>
            </a:pPr>
            <a:endParaRPr lang="en-US" sz="2000" b="1" dirty="0"/>
          </a:p>
        </p:txBody>
      </p:sp>
      <p:pic>
        <p:nvPicPr>
          <p:cNvPr id="8" name="Picture 7">
            <a:extLst>
              <a:ext uri="{FF2B5EF4-FFF2-40B4-BE49-F238E27FC236}">
                <a16:creationId xmlns:a16="http://schemas.microsoft.com/office/drawing/2014/main" id="{E0508FD6-3FCD-897E-E5FB-EF4502BA873B}"/>
              </a:ext>
            </a:extLst>
          </p:cNvPr>
          <p:cNvPicPr>
            <a:picLocks noChangeAspect="1"/>
          </p:cNvPicPr>
          <p:nvPr/>
        </p:nvPicPr>
        <p:blipFill>
          <a:blip r:embed="rId4"/>
          <a:srcRect l="3911" t="6970" r="21925" b="12049"/>
          <a:stretch>
            <a:fillRect/>
          </a:stretch>
        </p:blipFill>
        <p:spPr>
          <a:xfrm>
            <a:off x="533401" y="4525107"/>
            <a:ext cx="5328137" cy="1347643"/>
          </a:xfrm>
          <a:prstGeom prst="rect">
            <a:avLst/>
          </a:prstGeom>
        </p:spPr>
      </p:pic>
      <p:sp>
        <p:nvSpPr>
          <p:cNvPr id="9" name="Google Shape;138;p3">
            <a:extLst>
              <a:ext uri="{FF2B5EF4-FFF2-40B4-BE49-F238E27FC236}">
                <a16:creationId xmlns:a16="http://schemas.microsoft.com/office/drawing/2014/main" id="{7B037CB4-52D4-EF66-984C-EA4B533A0868}"/>
              </a:ext>
            </a:extLst>
          </p:cNvPr>
          <p:cNvSpPr txBox="1">
            <a:spLocks/>
          </p:cNvSpPr>
          <p:nvPr/>
        </p:nvSpPr>
        <p:spPr>
          <a:xfrm>
            <a:off x="6137030" y="1282714"/>
            <a:ext cx="2473569" cy="70924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indent="-457200" algn="just">
              <a:lnSpc>
                <a:spcPct val="150000"/>
              </a:lnSpc>
              <a:buClr>
                <a:schemeClr val="accent4">
                  <a:lumMod val="75000"/>
                </a:schemeClr>
              </a:buClr>
              <a:buSzPts val="1976"/>
              <a:buFont typeface="Wingdings" panose="05000000000000000000" pitchFamily="2" charset="2"/>
              <a:buChar char="q"/>
            </a:pPr>
            <a:r>
              <a:rPr lang="en-US" sz="2000" b="1" dirty="0"/>
              <a:t>Rendering:</a:t>
            </a:r>
          </a:p>
          <a:p>
            <a:pPr marL="0" indent="0" algn="just">
              <a:lnSpc>
                <a:spcPct val="150000"/>
              </a:lnSpc>
              <a:buClr>
                <a:schemeClr val="accent4">
                  <a:lumMod val="75000"/>
                </a:schemeClr>
              </a:buClr>
              <a:buSzPts val="1976"/>
              <a:buFont typeface="Noto Sans Symbols"/>
              <a:buNone/>
            </a:pPr>
            <a:endParaRPr lang="en-US" sz="2000" b="1" dirty="0"/>
          </a:p>
        </p:txBody>
      </p:sp>
      <p:pic>
        <p:nvPicPr>
          <p:cNvPr id="11" name="Picture 10">
            <a:extLst>
              <a:ext uri="{FF2B5EF4-FFF2-40B4-BE49-F238E27FC236}">
                <a16:creationId xmlns:a16="http://schemas.microsoft.com/office/drawing/2014/main" id="{1C1F5884-A169-C4DB-CD40-CE2749EBC565}"/>
              </a:ext>
            </a:extLst>
          </p:cNvPr>
          <p:cNvPicPr>
            <a:picLocks noChangeAspect="1"/>
          </p:cNvPicPr>
          <p:nvPr/>
        </p:nvPicPr>
        <p:blipFill>
          <a:blip r:embed="rId5"/>
          <a:stretch>
            <a:fillRect/>
          </a:stretch>
        </p:blipFill>
        <p:spPr>
          <a:xfrm>
            <a:off x="6185624" y="1895550"/>
            <a:ext cx="2700467" cy="938503"/>
          </a:xfrm>
          <a:prstGeom prst="rect">
            <a:avLst/>
          </a:prstGeom>
        </p:spPr>
      </p:pic>
      <p:pic>
        <p:nvPicPr>
          <p:cNvPr id="2" name="Picture 1">
            <a:extLst>
              <a:ext uri="{FF2B5EF4-FFF2-40B4-BE49-F238E27FC236}">
                <a16:creationId xmlns:a16="http://schemas.microsoft.com/office/drawing/2014/main" id="{BBBBEBCF-AA3E-1DD0-102B-BA919CE33AC2}"/>
              </a:ext>
            </a:extLst>
          </p:cNvPr>
          <p:cNvPicPr>
            <a:picLocks noChangeAspect="1"/>
          </p:cNvPicPr>
          <p:nvPr/>
        </p:nvPicPr>
        <p:blipFill>
          <a:blip r:embed="rId6"/>
          <a:stretch>
            <a:fillRect/>
          </a:stretch>
        </p:blipFill>
        <p:spPr>
          <a:xfrm>
            <a:off x="6539165" y="2988193"/>
            <a:ext cx="1725158" cy="1677094"/>
          </a:xfrm>
          <a:prstGeom prst="rect">
            <a:avLst/>
          </a:prstGeom>
        </p:spPr>
      </p:pic>
      <p:pic>
        <p:nvPicPr>
          <p:cNvPr id="4" name="Picture 3">
            <a:extLst>
              <a:ext uri="{FF2B5EF4-FFF2-40B4-BE49-F238E27FC236}">
                <a16:creationId xmlns:a16="http://schemas.microsoft.com/office/drawing/2014/main" id="{7E371241-73D3-237C-370C-9447CE609358}"/>
              </a:ext>
            </a:extLst>
          </p:cNvPr>
          <p:cNvPicPr>
            <a:picLocks noChangeAspect="1"/>
          </p:cNvPicPr>
          <p:nvPr/>
        </p:nvPicPr>
        <p:blipFill>
          <a:blip r:embed="rId7"/>
          <a:stretch>
            <a:fillRect/>
          </a:stretch>
        </p:blipFill>
        <p:spPr>
          <a:xfrm>
            <a:off x="6640300" y="4665287"/>
            <a:ext cx="2046499" cy="1621288"/>
          </a:xfrm>
          <a:prstGeom prst="rect">
            <a:avLst/>
          </a:prstGeom>
        </p:spPr>
      </p:pic>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F6AA1F0A-6A06-EBCF-DDE6-1B15AC888140}"/>
                  </a:ext>
                </a:extLst>
              </p14:cNvPr>
              <p14:cNvContentPartPr/>
              <p14:nvPr/>
            </p14:nvContentPartPr>
            <p14:xfrm>
              <a:off x="526320" y="2549160"/>
              <a:ext cx="7997760" cy="3512160"/>
            </p14:xfrm>
          </p:contentPart>
        </mc:Choice>
        <mc:Fallback xmlns="">
          <p:pic>
            <p:nvPicPr>
              <p:cNvPr id="7" name="Ink 6">
                <a:extLst>
                  <a:ext uri="{FF2B5EF4-FFF2-40B4-BE49-F238E27FC236}">
                    <a16:creationId xmlns:a16="http://schemas.microsoft.com/office/drawing/2014/main" id="{F6AA1F0A-6A06-EBCF-DDE6-1B15AC888140}"/>
                  </a:ext>
                </a:extLst>
              </p:cNvPr>
              <p:cNvPicPr/>
              <p:nvPr/>
            </p:nvPicPr>
            <p:blipFill>
              <a:blip r:embed="rId9"/>
              <a:stretch>
                <a:fillRect/>
              </a:stretch>
            </p:blipFill>
            <p:spPr>
              <a:xfrm>
                <a:off x="516960" y="2539800"/>
                <a:ext cx="8016480" cy="3530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652DF4C5-645C-08F2-64D1-F1516DAE3A2A}"/>
                  </a:ext>
                </a:extLst>
              </p14:cNvPr>
              <p14:cNvContentPartPr/>
              <p14:nvPr/>
            </p14:nvContentPartPr>
            <p14:xfrm>
              <a:off x="6787440" y="2026800"/>
              <a:ext cx="1691640" cy="582840"/>
            </p14:xfrm>
          </p:contentPart>
        </mc:Choice>
        <mc:Fallback xmlns="">
          <p:pic>
            <p:nvPicPr>
              <p:cNvPr id="10" name="Ink 9">
                <a:extLst>
                  <a:ext uri="{FF2B5EF4-FFF2-40B4-BE49-F238E27FC236}">
                    <a16:creationId xmlns:a16="http://schemas.microsoft.com/office/drawing/2014/main" id="{652DF4C5-645C-08F2-64D1-F1516DAE3A2A}"/>
                  </a:ext>
                </a:extLst>
              </p:cNvPr>
              <p:cNvPicPr/>
              <p:nvPr/>
            </p:nvPicPr>
            <p:blipFill>
              <a:blip r:embed="rId11"/>
              <a:stretch>
                <a:fillRect/>
              </a:stretch>
            </p:blipFill>
            <p:spPr>
              <a:xfrm>
                <a:off x="6778080" y="2017440"/>
                <a:ext cx="1710360" cy="601560"/>
              </a:xfrm>
              <a:prstGeom prst="rect">
                <a:avLst/>
              </a:prstGeom>
            </p:spPr>
          </p:pic>
        </mc:Fallback>
      </mc:AlternateContent>
    </p:spTree>
    <p:extLst>
      <p:ext uri="{BB962C8B-B14F-4D97-AF65-F5344CB8AC3E}">
        <p14:creationId xmlns:p14="http://schemas.microsoft.com/office/powerpoint/2010/main" val="1238948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28BE6710-A606-704A-C069-017AD01795A9}"/>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5F1E9084-D41E-A43A-FF3B-B5DA02DD6A9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Structure of a Three.js app</a:t>
            </a:r>
            <a:endParaRPr dirty="0"/>
          </a:p>
        </p:txBody>
      </p:sp>
      <p:sp>
        <p:nvSpPr>
          <p:cNvPr id="138" name="Google Shape;138;p3">
            <a:extLst>
              <a:ext uri="{FF2B5EF4-FFF2-40B4-BE49-F238E27FC236}">
                <a16:creationId xmlns:a16="http://schemas.microsoft.com/office/drawing/2014/main" id="{D4106201-1266-17BB-808B-4ABDA35DF7E9}"/>
              </a:ext>
            </a:extLst>
          </p:cNvPr>
          <p:cNvSpPr txBox="1">
            <a:spLocks noGrp="1"/>
          </p:cNvSpPr>
          <p:nvPr>
            <p:ph type="body" idx="1"/>
          </p:nvPr>
        </p:nvSpPr>
        <p:spPr>
          <a:xfrm>
            <a:off x="457200" y="1219200"/>
            <a:ext cx="6459415" cy="592015"/>
          </a:xfrm>
          <a:prstGeom prst="rect">
            <a:avLst/>
          </a:prstGeom>
          <a:noFill/>
          <a:ln>
            <a:noFill/>
          </a:ln>
        </p:spPr>
        <p:txBody>
          <a:bodyPr spcFirstLastPara="1" wrap="square" lIns="91425" tIns="45700" rIns="91425" bIns="45700" anchor="t" anchorCtr="0">
            <a:normAutofit/>
          </a:bodyPr>
          <a:lstStyle/>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2000" dirty="0"/>
              <a:t>The</a:t>
            </a:r>
            <a:r>
              <a:rPr lang="en-US" sz="2000" b="1" dirty="0"/>
              <a:t> “Hello Cube” </a:t>
            </a:r>
            <a:r>
              <a:rPr lang="en-US" sz="2000" dirty="0"/>
              <a:t>setup looks like this</a:t>
            </a:r>
            <a:r>
              <a:rPr lang="en-US" sz="2000" b="1" dirty="0"/>
              <a:t>:</a:t>
            </a:r>
            <a:endParaRPr lang="en-US" sz="2000" dirty="0"/>
          </a:p>
        </p:txBody>
      </p:sp>
      <p:sp>
        <p:nvSpPr>
          <p:cNvPr id="3" name="Slide Number Placeholder 2">
            <a:extLst>
              <a:ext uri="{FF2B5EF4-FFF2-40B4-BE49-F238E27FC236}">
                <a16:creationId xmlns:a16="http://schemas.microsoft.com/office/drawing/2014/main" id="{0DC99F15-42D1-A81E-6AC8-FC30002E71D5}"/>
              </a:ext>
            </a:extLst>
          </p:cNvPr>
          <p:cNvSpPr>
            <a:spLocks noGrp="1"/>
          </p:cNvSpPr>
          <p:nvPr>
            <p:ph type="sldNum" idx="12"/>
          </p:nvPr>
        </p:nvSpPr>
        <p:spPr/>
        <p:txBody>
          <a:bodyPr/>
          <a:lstStyle/>
          <a:p>
            <a:pPr marL="0" lvl="0" indent="0" algn="r" rtl="0">
              <a:spcBef>
                <a:spcPts val="0"/>
              </a:spcBef>
              <a:spcAft>
                <a:spcPts val="0"/>
              </a:spcAft>
              <a:buNone/>
            </a:pPr>
            <a:r>
              <a:rPr lang="en-US" dirty="0"/>
              <a:t>4</a:t>
            </a:r>
          </a:p>
        </p:txBody>
      </p:sp>
      <p:sp>
        <p:nvSpPr>
          <p:cNvPr id="4" name="AutoShape 4">
            <a:extLst>
              <a:ext uri="{FF2B5EF4-FFF2-40B4-BE49-F238E27FC236}">
                <a16:creationId xmlns:a16="http://schemas.microsoft.com/office/drawing/2014/main" id="{A3F3A444-8A06-9203-494C-51295FC729CA}"/>
              </a:ext>
            </a:extLst>
          </p:cNvPr>
          <p:cNvSpPr>
            <a:spLocks noChangeAspect="1" noChangeArrowheads="1"/>
          </p:cNvSpPr>
          <p:nvPr/>
        </p:nvSpPr>
        <p:spPr bwMode="auto">
          <a:xfrm>
            <a:off x="4419599" y="3276599"/>
            <a:ext cx="2497015" cy="249701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8">
            <a:extLst>
              <a:ext uri="{FF2B5EF4-FFF2-40B4-BE49-F238E27FC236}">
                <a16:creationId xmlns:a16="http://schemas.microsoft.com/office/drawing/2014/main" id="{1C1E5066-5E24-95D0-9E30-FC74A9F945E0}"/>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B7835DE8-CF5B-CE61-4376-4433A77A9878}"/>
              </a:ext>
            </a:extLst>
          </p:cNvPr>
          <p:cNvPicPr>
            <a:picLocks noChangeAspect="1"/>
          </p:cNvPicPr>
          <p:nvPr/>
        </p:nvPicPr>
        <p:blipFill>
          <a:blip r:embed="rId3"/>
          <a:stretch>
            <a:fillRect/>
          </a:stretch>
        </p:blipFill>
        <p:spPr>
          <a:xfrm>
            <a:off x="1526227" y="1833209"/>
            <a:ext cx="6091546" cy="3940405"/>
          </a:xfrm>
          <a:prstGeom prst="rect">
            <a:avLst/>
          </a:prstGeom>
        </p:spPr>
      </p:pic>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70DD7BD6-FD7F-2DB5-6849-D0343729DEA6}"/>
                  </a:ext>
                </a:extLst>
              </p14:cNvPr>
              <p14:cNvContentPartPr/>
              <p14:nvPr/>
            </p14:nvContentPartPr>
            <p14:xfrm>
              <a:off x="2927880" y="2541600"/>
              <a:ext cx="4209480" cy="2820600"/>
            </p14:xfrm>
          </p:contentPart>
        </mc:Choice>
        <mc:Fallback xmlns="">
          <p:pic>
            <p:nvPicPr>
              <p:cNvPr id="2" name="Ink 1">
                <a:extLst>
                  <a:ext uri="{FF2B5EF4-FFF2-40B4-BE49-F238E27FC236}">
                    <a16:creationId xmlns:a16="http://schemas.microsoft.com/office/drawing/2014/main" id="{70DD7BD6-FD7F-2DB5-6849-D0343729DEA6}"/>
                  </a:ext>
                </a:extLst>
              </p:cNvPr>
              <p:cNvPicPr/>
              <p:nvPr/>
            </p:nvPicPr>
            <p:blipFill>
              <a:blip r:embed="rId5"/>
              <a:stretch>
                <a:fillRect/>
              </a:stretch>
            </p:blipFill>
            <p:spPr>
              <a:xfrm>
                <a:off x="2918520" y="2532240"/>
                <a:ext cx="4228200" cy="2839320"/>
              </a:xfrm>
              <a:prstGeom prst="rect">
                <a:avLst/>
              </a:prstGeom>
            </p:spPr>
          </p:pic>
        </mc:Fallback>
      </mc:AlternateContent>
    </p:spTree>
    <p:extLst>
      <p:ext uri="{BB962C8B-B14F-4D97-AF65-F5344CB8AC3E}">
        <p14:creationId xmlns:p14="http://schemas.microsoft.com/office/powerpoint/2010/main" val="1072454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065FD35-E86A-5FD5-06D1-1F1C4EE73A58}"/>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888B1380-106D-6975-2288-4CA700F15FE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Primitives</a:t>
            </a:r>
            <a:endParaRPr dirty="0"/>
          </a:p>
        </p:txBody>
      </p:sp>
      <p:sp>
        <p:nvSpPr>
          <p:cNvPr id="126" name="Google Shape;126;p2">
            <a:extLst>
              <a:ext uri="{FF2B5EF4-FFF2-40B4-BE49-F238E27FC236}">
                <a16:creationId xmlns:a16="http://schemas.microsoft.com/office/drawing/2014/main" id="{79918B0D-05F7-92F4-7E62-FDBEEA155BF9}"/>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12F15D5C-24CE-371F-4CAA-0CA4AE30F53D}"/>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9</a:t>
            </a:fld>
            <a:endParaRPr lang="en-US"/>
          </a:p>
        </p:txBody>
      </p:sp>
    </p:spTree>
    <p:extLst>
      <p:ext uri="{BB962C8B-B14F-4D97-AF65-F5344CB8AC3E}">
        <p14:creationId xmlns:p14="http://schemas.microsoft.com/office/powerpoint/2010/main" val="32223520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EEFA3F2-BD5A-3DD6-D03F-C9BCE0816ECF}"/>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B7C8CD70-088D-831A-6DE5-EF3205A5E5E9}"/>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Creating a 3D object</a:t>
            </a:r>
            <a:endParaRPr dirty="0"/>
          </a:p>
        </p:txBody>
      </p:sp>
      <p:sp>
        <p:nvSpPr>
          <p:cNvPr id="149" name="Google Shape;149;p4">
            <a:extLst>
              <a:ext uri="{FF2B5EF4-FFF2-40B4-BE49-F238E27FC236}">
                <a16:creationId xmlns:a16="http://schemas.microsoft.com/office/drawing/2014/main" id="{87B2506C-E709-1104-EF79-AC62B6CB1154}"/>
              </a:ext>
            </a:extLst>
          </p:cNvPr>
          <p:cNvSpPr txBox="1">
            <a:spLocks noGrp="1"/>
          </p:cNvSpPr>
          <p:nvPr>
            <p:ph type="body" idx="1"/>
          </p:nvPr>
        </p:nvSpPr>
        <p:spPr>
          <a:xfrm>
            <a:off x="410307" y="1205132"/>
            <a:ext cx="8229600" cy="426686"/>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Let’s take a look at how the cube was created!</a:t>
            </a:r>
            <a:endParaRPr sz="2000" dirty="0"/>
          </a:p>
        </p:txBody>
      </p:sp>
      <p:sp>
        <p:nvSpPr>
          <p:cNvPr id="167" name="Google Shape;149;p4">
            <a:extLst>
              <a:ext uri="{FF2B5EF4-FFF2-40B4-BE49-F238E27FC236}">
                <a16:creationId xmlns:a16="http://schemas.microsoft.com/office/drawing/2014/main" id="{E8D53CC9-BE3C-635F-0926-6CD2D4722E5A}"/>
              </a:ext>
            </a:extLst>
          </p:cNvPr>
          <p:cNvSpPr txBox="1">
            <a:spLocks/>
          </p:cNvSpPr>
          <p:nvPr/>
        </p:nvSpPr>
        <p:spPr>
          <a:xfrm>
            <a:off x="410307" y="3906215"/>
            <a:ext cx="8229600" cy="22812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Bef>
                <a:spcPts val="0"/>
              </a:spcBef>
              <a:buSzPts val="1976"/>
              <a:buFont typeface="Noto Sans Symbols"/>
              <a:buNone/>
            </a:pPr>
            <a:r>
              <a:rPr lang="en-US" sz="2000" dirty="0"/>
              <a:t>To create a basic 3D object, we need a mesh. In three.js a mesh represents the combination of three things:</a:t>
            </a:r>
          </a:p>
          <a:p>
            <a:pPr indent="-457200" algn="just">
              <a:spcBef>
                <a:spcPts val="0"/>
              </a:spcBef>
              <a:buSzPts val="1976"/>
              <a:buFont typeface="+mj-lt"/>
              <a:buAutoNum type="arabicPeriod"/>
            </a:pPr>
            <a:r>
              <a:rPr lang="en-US" sz="2000" dirty="0"/>
              <a:t>A geometry (the shape of the object)</a:t>
            </a:r>
          </a:p>
          <a:p>
            <a:pPr indent="-457200" algn="just">
              <a:spcBef>
                <a:spcPts val="0"/>
              </a:spcBef>
              <a:buSzPts val="1976"/>
              <a:buFont typeface="+mj-lt"/>
              <a:buAutoNum type="arabicPeriod"/>
            </a:pPr>
            <a:r>
              <a:rPr lang="en-US" sz="2000" dirty="0"/>
              <a:t>A material (how to draw the object, what color, texture, etc.)</a:t>
            </a:r>
          </a:p>
          <a:p>
            <a:pPr indent="-457200" algn="just">
              <a:spcBef>
                <a:spcPts val="0"/>
              </a:spcBef>
              <a:buSzPts val="1976"/>
              <a:buFont typeface="+mj-lt"/>
              <a:buAutoNum type="arabicPeriod"/>
            </a:pPr>
            <a:r>
              <a:rPr lang="en-US" sz="2000" dirty="0"/>
              <a:t>The position, orientation, and scale of that object in the scene relative to its parent.</a:t>
            </a:r>
          </a:p>
          <a:p>
            <a:pPr marL="0" indent="0" algn="just">
              <a:spcBef>
                <a:spcPts val="0"/>
              </a:spcBef>
              <a:buSzPts val="1976"/>
              <a:buNone/>
            </a:pPr>
            <a:r>
              <a:rPr lang="en-US" sz="2000" b="1" dirty="0"/>
              <a:t>Note: </a:t>
            </a:r>
            <a:r>
              <a:rPr lang="en-US" sz="2000" dirty="0"/>
              <a:t>In the previous example, that parent is the scene.</a:t>
            </a:r>
          </a:p>
        </p:txBody>
      </p:sp>
      <p:sp>
        <p:nvSpPr>
          <p:cNvPr id="9" name="Slide Number Placeholder 8">
            <a:extLst>
              <a:ext uri="{FF2B5EF4-FFF2-40B4-BE49-F238E27FC236}">
                <a16:creationId xmlns:a16="http://schemas.microsoft.com/office/drawing/2014/main" id="{11B3514C-A5AF-574D-30FE-127A4049BD36}"/>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8" name="Picture 7">
            <a:extLst>
              <a:ext uri="{FF2B5EF4-FFF2-40B4-BE49-F238E27FC236}">
                <a16:creationId xmlns:a16="http://schemas.microsoft.com/office/drawing/2014/main" id="{A0A4BEB1-9A58-1D12-3DE1-59BA88BB2ECC}"/>
              </a:ext>
            </a:extLst>
          </p:cNvPr>
          <p:cNvPicPr>
            <a:picLocks noChangeAspect="1"/>
          </p:cNvPicPr>
          <p:nvPr/>
        </p:nvPicPr>
        <p:blipFill>
          <a:blip r:embed="rId3"/>
          <a:srcRect l="3911" t="6970" r="21925" b="12049"/>
          <a:stretch>
            <a:fillRect/>
          </a:stretch>
        </p:blipFill>
        <p:spPr>
          <a:xfrm>
            <a:off x="492804" y="1631818"/>
            <a:ext cx="8240889" cy="2084364"/>
          </a:xfrm>
          <a:prstGeom prst="rect">
            <a:avLst/>
          </a:prstGeom>
        </p:spPr>
      </p:pic>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ABD322BA-735D-3987-DE4A-07255F037A38}"/>
                  </a:ext>
                </a:extLst>
              </p14:cNvPr>
              <p14:cNvContentPartPr/>
              <p14:nvPr/>
            </p14:nvContentPartPr>
            <p14:xfrm>
              <a:off x="1229040" y="1643040"/>
              <a:ext cx="5739120" cy="3876840"/>
            </p14:xfrm>
          </p:contentPart>
        </mc:Choice>
        <mc:Fallback xmlns="">
          <p:pic>
            <p:nvPicPr>
              <p:cNvPr id="2" name="Ink 1">
                <a:extLst>
                  <a:ext uri="{FF2B5EF4-FFF2-40B4-BE49-F238E27FC236}">
                    <a16:creationId xmlns:a16="http://schemas.microsoft.com/office/drawing/2014/main" id="{ABD322BA-735D-3987-DE4A-07255F037A38}"/>
                  </a:ext>
                </a:extLst>
              </p:cNvPr>
              <p:cNvPicPr/>
              <p:nvPr/>
            </p:nvPicPr>
            <p:blipFill>
              <a:blip r:embed="rId5"/>
              <a:stretch>
                <a:fillRect/>
              </a:stretch>
            </p:blipFill>
            <p:spPr>
              <a:xfrm>
                <a:off x="1219680" y="1633680"/>
                <a:ext cx="5757840" cy="3895560"/>
              </a:xfrm>
              <a:prstGeom prst="rect">
                <a:avLst/>
              </a:prstGeom>
            </p:spPr>
          </p:pic>
        </mc:Fallback>
      </mc:AlternateContent>
    </p:spTree>
    <p:extLst>
      <p:ext uri="{BB962C8B-B14F-4D97-AF65-F5344CB8AC3E}">
        <p14:creationId xmlns:p14="http://schemas.microsoft.com/office/powerpoint/2010/main" val="2916089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0E5E08B-94BE-4F1F-47DA-F58E012F2C19}"/>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40C33FDF-5841-7FD7-D5B7-092DAA4D4317}"/>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Some commonly used Primitives</a:t>
            </a:r>
            <a:endParaRPr dirty="0"/>
          </a:p>
        </p:txBody>
      </p:sp>
      <p:sp>
        <p:nvSpPr>
          <p:cNvPr id="9" name="Slide Number Placeholder 8">
            <a:extLst>
              <a:ext uri="{FF2B5EF4-FFF2-40B4-BE49-F238E27FC236}">
                <a16:creationId xmlns:a16="http://schemas.microsoft.com/office/drawing/2014/main" id="{BA7601B3-2B29-4C30-76AE-A62B3DBB145E}"/>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5" name="Picture 4">
            <a:extLst>
              <a:ext uri="{FF2B5EF4-FFF2-40B4-BE49-F238E27FC236}">
                <a16:creationId xmlns:a16="http://schemas.microsoft.com/office/drawing/2014/main" id="{E3FD0FB1-BED3-93CC-3F2C-502DB0A18246}"/>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rcRect l="14531" t="10185" r="18626" b="11095"/>
          <a:stretch>
            <a:fillRect/>
          </a:stretch>
        </p:blipFill>
        <p:spPr>
          <a:xfrm>
            <a:off x="457200" y="1169142"/>
            <a:ext cx="2403548" cy="2259858"/>
          </a:xfrm>
          <a:prstGeom prst="rect">
            <a:avLst/>
          </a:prstGeom>
        </p:spPr>
      </p:pic>
      <p:pic>
        <p:nvPicPr>
          <p:cNvPr id="7" name="Picture 6">
            <a:extLst>
              <a:ext uri="{FF2B5EF4-FFF2-40B4-BE49-F238E27FC236}">
                <a16:creationId xmlns:a16="http://schemas.microsoft.com/office/drawing/2014/main" id="{ACAD7675-1BFF-ED97-B407-8BAA808D9700}"/>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9901" b="89604" l="8898" r="92373">
                        <a14:foregroundMark x1="89407" y1="65347" x2="92373" y2="69802"/>
                        <a14:foregroundMark x1="10169" y1="75743" x2="8898" y2="76238"/>
                      </a14:backgroundRemoval>
                    </a14:imgEffect>
                  </a14:imgLayer>
                </a14:imgProps>
              </a:ext>
            </a:extLst>
          </a:blip>
          <a:stretch>
            <a:fillRect/>
          </a:stretch>
        </p:blipFill>
        <p:spPr>
          <a:xfrm>
            <a:off x="3252173" y="3680890"/>
            <a:ext cx="2487426" cy="2129067"/>
          </a:xfrm>
          <a:prstGeom prst="rect">
            <a:avLst/>
          </a:prstGeom>
        </p:spPr>
      </p:pic>
      <p:pic>
        <p:nvPicPr>
          <p:cNvPr id="11" name="Picture 10">
            <a:extLst>
              <a:ext uri="{FF2B5EF4-FFF2-40B4-BE49-F238E27FC236}">
                <a16:creationId xmlns:a16="http://schemas.microsoft.com/office/drawing/2014/main" id="{79D547AF-609B-2CFB-E8E6-ECF91416D2C5}"/>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7143" b="90659" l="10000" r="90000">
                        <a14:foregroundMark x1="43182" y1="7692" x2="55909" y2="7692"/>
                        <a14:foregroundMark x1="40000" y1="87912" x2="53182" y2="87912"/>
                        <a14:foregroundMark x1="53182" y1="90659" x2="61818" y2="87363"/>
                        <a14:foregroundMark x1="62727" y1="85165" x2="56818" y2="89560"/>
                      </a14:backgroundRemoval>
                    </a14:imgEffect>
                  </a14:imgLayer>
                </a14:imgProps>
              </a:ext>
            </a:extLst>
          </a:blip>
          <a:stretch>
            <a:fillRect/>
          </a:stretch>
        </p:blipFill>
        <p:spPr>
          <a:xfrm>
            <a:off x="6131023" y="1230408"/>
            <a:ext cx="2403548" cy="1988390"/>
          </a:xfrm>
          <a:prstGeom prst="rect">
            <a:avLst/>
          </a:prstGeom>
        </p:spPr>
      </p:pic>
      <p:pic>
        <p:nvPicPr>
          <p:cNvPr id="13" name="Picture 12">
            <a:extLst>
              <a:ext uri="{FF2B5EF4-FFF2-40B4-BE49-F238E27FC236}">
                <a16:creationId xmlns:a16="http://schemas.microsoft.com/office/drawing/2014/main" id="{96949B9C-023E-5174-B9C3-07E3C406724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9386" b="89892" l="9797" r="89865">
                        <a14:foregroundMark x1="46284" y1="9386" x2="52703" y2="9747"/>
                        <a14:foregroundMark x1="85135" y1="60289" x2="82770" y2="63899"/>
                      </a14:backgroundRemoval>
                    </a14:imgEffect>
                  </a14:imgLayer>
                </a14:imgProps>
              </a:ext>
            </a:extLst>
          </a:blip>
          <a:stretch>
            <a:fillRect/>
          </a:stretch>
        </p:blipFill>
        <p:spPr>
          <a:xfrm>
            <a:off x="3368028" y="1169142"/>
            <a:ext cx="2255715" cy="2110923"/>
          </a:xfrm>
          <a:prstGeom prst="rect">
            <a:avLst/>
          </a:prstGeom>
        </p:spPr>
      </p:pic>
      <p:pic>
        <p:nvPicPr>
          <p:cNvPr id="15" name="Picture 14">
            <a:extLst>
              <a:ext uri="{FF2B5EF4-FFF2-40B4-BE49-F238E27FC236}">
                <a16:creationId xmlns:a16="http://schemas.microsoft.com/office/drawing/2014/main" id="{A4CD66E5-F18E-A9B0-F31C-151C31DC483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4036" b="94170" l="9690" r="89535">
                        <a14:foregroundMark x1="47674" y1="7175" x2="55426" y2="8969"/>
                        <a14:foregroundMark x1="49612" y1="4484" x2="51550" y2="4484"/>
                        <a14:foregroundMark x1="10853" y1="40807" x2="10078" y2="52915"/>
                        <a14:foregroundMark x1="39147" y1="90135" x2="55814" y2="89686"/>
                        <a14:foregroundMark x1="56589" y1="91480" x2="65116" y2="87444"/>
                        <a14:foregroundMark x1="38760" y1="94170" x2="52713" y2="93274"/>
                        <a14:foregroundMark x1="34884" y1="91928" x2="41085" y2="93722"/>
                      </a14:backgroundRemoval>
                    </a14:imgEffect>
                  </a14:imgLayer>
                </a14:imgProps>
              </a:ext>
            </a:extLst>
          </a:blip>
          <a:stretch>
            <a:fillRect/>
          </a:stretch>
        </p:blipFill>
        <p:spPr>
          <a:xfrm>
            <a:off x="810020" y="3920416"/>
            <a:ext cx="2122155" cy="1834266"/>
          </a:xfrm>
          <a:prstGeom prst="rect">
            <a:avLst/>
          </a:prstGeom>
        </p:spPr>
      </p:pic>
      <p:pic>
        <p:nvPicPr>
          <p:cNvPr id="17" name="Picture 16">
            <a:extLst>
              <a:ext uri="{FF2B5EF4-FFF2-40B4-BE49-F238E27FC236}">
                <a16:creationId xmlns:a16="http://schemas.microsoft.com/office/drawing/2014/main" id="{AA042A1F-2844-023D-B991-F064BC34D81C}"/>
              </a:ext>
            </a:extLst>
          </p:cNvPr>
          <p:cNvPicPr>
            <a:picLocks noChangeAspect="1"/>
          </p:cNvPicPr>
          <p:nvPr/>
        </p:nvPicPr>
        <p:blipFill>
          <a:blip r:embed="rId13"/>
          <a:stretch>
            <a:fillRect/>
          </a:stretch>
        </p:blipFill>
        <p:spPr>
          <a:xfrm>
            <a:off x="6471663" y="3792397"/>
            <a:ext cx="1722269" cy="1760373"/>
          </a:xfrm>
          <a:prstGeom prst="rect">
            <a:avLst/>
          </a:prstGeom>
        </p:spPr>
      </p:pic>
      <p:sp>
        <p:nvSpPr>
          <p:cNvPr id="2" name="Google Shape;138;p3">
            <a:extLst>
              <a:ext uri="{FF2B5EF4-FFF2-40B4-BE49-F238E27FC236}">
                <a16:creationId xmlns:a16="http://schemas.microsoft.com/office/drawing/2014/main" id="{C64F16E3-027D-C8BD-209E-C0B07348A921}"/>
              </a:ext>
            </a:extLst>
          </p:cNvPr>
          <p:cNvSpPr txBox="1">
            <a:spLocks noGrp="1"/>
          </p:cNvSpPr>
          <p:nvPr>
            <p:ph type="body" idx="1"/>
          </p:nvPr>
        </p:nvSpPr>
        <p:spPr>
          <a:xfrm>
            <a:off x="793575" y="3218798"/>
            <a:ext cx="1951318" cy="592015"/>
          </a:xfrm>
          <a:prstGeom prst="rect">
            <a:avLst/>
          </a:prstGeom>
          <a:noFill/>
          <a:ln>
            <a:noFill/>
          </a:ln>
        </p:spPr>
        <p:txBody>
          <a:bodyPr spcFirstLastPara="1" wrap="square" lIns="91425" tIns="45700" rIns="91425" bIns="45700" anchor="t" anchorCtr="0">
            <a:normAutofit/>
          </a:bodyPr>
          <a:lstStyle/>
          <a:p>
            <a:pPr marL="0" lvl="0" indent="0" algn="ctr" rtl="0">
              <a:lnSpc>
                <a:spcPct val="130000"/>
              </a:lnSpc>
              <a:spcAft>
                <a:spcPts val="0"/>
              </a:spcAft>
              <a:buClr>
                <a:schemeClr val="accent4">
                  <a:lumMod val="75000"/>
                </a:schemeClr>
              </a:buClr>
              <a:buSzPts val="1976"/>
              <a:buNone/>
            </a:pPr>
            <a:r>
              <a:rPr lang="en-US" sz="2000" b="1" dirty="0"/>
              <a:t>Box Geometry</a:t>
            </a:r>
          </a:p>
        </p:txBody>
      </p:sp>
      <p:sp>
        <p:nvSpPr>
          <p:cNvPr id="3" name="Google Shape;138;p3">
            <a:extLst>
              <a:ext uri="{FF2B5EF4-FFF2-40B4-BE49-F238E27FC236}">
                <a16:creationId xmlns:a16="http://schemas.microsoft.com/office/drawing/2014/main" id="{6E043E2D-E7D1-9AC6-E83C-2F3D4A657018}"/>
              </a:ext>
            </a:extLst>
          </p:cNvPr>
          <p:cNvSpPr txBox="1">
            <a:spLocks/>
          </p:cNvSpPr>
          <p:nvPr/>
        </p:nvSpPr>
        <p:spPr>
          <a:xfrm>
            <a:off x="3368028" y="3216278"/>
            <a:ext cx="2255715" cy="592015"/>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Sphere Geometry</a:t>
            </a:r>
          </a:p>
        </p:txBody>
      </p:sp>
      <p:sp>
        <p:nvSpPr>
          <p:cNvPr id="4" name="Google Shape;138;p3">
            <a:extLst>
              <a:ext uri="{FF2B5EF4-FFF2-40B4-BE49-F238E27FC236}">
                <a16:creationId xmlns:a16="http://schemas.microsoft.com/office/drawing/2014/main" id="{7F203319-B04E-353E-13BE-28C5C06B1ED3}"/>
              </a:ext>
            </a:extLst>
          </p:cNvPr>
          <p:cNvSpPr txBox="1">
            <a:spLocks/>
          </p:cNvSpPr>
          <p:nvPr/>
        </p:nvSpPr>
        <p:spPr>
          <a:xfrm>
            <a:off x="6131023" y="3200382"/>
            <a:ext cx="2487426" cy="592015"/>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Cylinder Geometry</a:t>
            </a:r>
          </a:p>
        </p:txBody>
      </p:sp>
      <p:sp>
        <p:nvSpPr>
          <p:cNvPr id="6" name="Google Shape;138;p3">
            <a:extLst>
              <a:ext uri="{FF2B5EF4-FFF2-40B4-BE49-F238E27FC236}">
                <a16:creationId xmlns:a16="http://schemas.microsoft.com/office/drawing/2014/main" id="{476690B3-26E6-6C9D-2D02-677E97A2C4AF}"/>
              </a:ext>
            </a:extLst>
          </p:cNvPr>
          <p:cNvSpPr txBox="1">
            <a:spLocks/>
          </p:cNvSpPr>
          <p:nvPr/>
        </p:nvSpPr>
        <p:spPr>
          <a:xfrm>
            <a:off x="525521" y="5590852"/>
            <a:ext cx="2487426" cy="59201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Torus Geometry</a:t>
            </a:r>
          </a:p>
        </p:txBody>
      </p:sp>
      <p:sp>
        <p:nvSpPr>
          <p:cNvPr id="8" name="Google Shape;138;p3">
            <a:extLst>
              <a:ext uri="{FF2B5EF4-FFF2-40B4-BE49-F238E27FC236}">
                <a16:creationId xmlns:a16="http://schemas.microsoft.com/office/drawing/2014/main" id="{A673CCF0-2C19-BA09-AA9B-C9F55AE40914}"/>
              </a:ext>
            </a:extLst>
          </p:cNvPr>
          <p:cNvSpPr txBox="1">
            <a:spLocks/>
          </p:cNvSpPr>
          <p:nvPr/>
        </p:nvSpPr>
        <p:spPr>
          <a:xfrm>
            <a:off x="3297446" y="5588624"/>
            <a:ext cx="2487426" cy="59201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Cone Geometry</a:t>
            </a:r>
          </a:p>
        </p:txBody>
      </p:sp>
      <p:sp>
        <p:nvSpPr>
          <p:cNvPr id="10" name="Google Shape;138;p3">
            <a:extLst>
              <a:ext uri="{FF2B5EF4-FFF2-40B4-BE49-F238E27FC236}">
                <a16:creationId xmlns:a16="http://schemas.microsoft.com/office/drawing/2014/main" id="{C0C9EA6F-C4E8-DDE2-300D-A42761DB4477}"/>
              </a:ext>
            </a:extLst>
          </p:cNvPr>
          <p:cNvSpPr txBox="1">
            <a:spLocks/>
          </p:cNvSpPr>
          <p:nvPr/>
        </p:nvSpPr>
        <p:spPr>
          <a:xfrm>
            <a:off x="6246879" y="5586396"/>
            <a:ext cx="2250360" cy="9906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10000"/>
              </a:lnSpc>
              <a:spcBef>
                <a:spcPts val="0"/>
              </a:spcBef>
              <a:buClr>
                <a:schemeClr val="accent4">
                  <a:lumMod val="75000"/>
                </a:schemeClr>
              </a:buClr>
              <a:buSzPts val="1976"/>
              <a:buFont typeface="Noto Sans Symbols"/>
              <a:buNone/>
            </a:pPr>
            <a:r>
              <a:rPr lang="en-US" sz="2000" b="1" dirty="0"/>
              <a:t>Can you guess </a:t>
            </a:r>
          </a:p>
          <a:p>
            <a:pPr marL="0" indent="0" algn="ctr">
              <a:lnSpc>
                <a:spcPct val="110000"/>
              </a:lnSpc>
              <a:spcBef>
                <a:spcPts val="0"/>
              </a:spcBef>
              <a:buClr>
                <a:schemeClr val="accent4">
                  <a:lumMod val="75000"/>
                </a:schemeClr>
              </a:buClr>
              <a:buSzPts val="1976"/>
              <a:buFont typeface="Noto Sans Symbols"/>
              <a:buNone/>
            </a:pPr>
            <a:r>
              <a:rPr lang="en-US" sz="2000" b="1" dirty="0"/>
              <a:t>what is this?</a:t>
            </a:r>
          </a:p>
        </p:txBody>
      </p:sp>
    </p:spTree>
    <p:extLst>
      <p:ext uri="{BB962C8B-B14F-4D97-AF65-F5344CB8AC3E}">
        <p14:creationId xmlns:p14="http://schemas.microsoft.com/office/powerpoint/2010/main" val="34621227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E3D8D186-7A43-0CAA-FA3C-37E870E8744D}"/>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C95C2B98-536E-83EB-0336-C0DBDDDFD000}"/>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Grouping &amp; Hierarchy</a:t>
            </a:r>
            <a:endParaRPr dirty="0"/>
          </a:p>
        </p:txBody>
      </p:sp>
      <p:sp>
        <p:nvSpPr>
          <p:cNvPr id="149" name="Google Shape;149;p4">
            <a:extLst>
              <a:ext uri="{FF2B5EF4-FFF2-40B4-BE49-F238E27FC236}">
                <a16:creationId xmlns:a16="http://schemas.microsoft.com/office/drawing/2014/main" id="{9C14793B-D9DE-E73B-4FF1-43DF94F4D5B5}"/>
              </a:ext>
            </a:extLst>
          </p:cNvPr>
          <p:cNvSpPr txBox="1">
            <a:spLocks noGrp="1"/>
          </p:cNvSpPr>
          <p:nvPr>
            <p:ph type="body" idx="1"/>
          </p:nvPr>
        </p:nvSpPr>
        <p:spPr>
          <a:xfrm>
            <a:off x="410307" y="1205131"/>
            <a:ext cx="8229600" cy="847843"/>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This is almost identical to an </a:t>
            </a:r>
            <a:r>
              <a:rPr lang="en-US" sz="2000" b="1" dirty="0"/>
              <a:t>Object3D</a:t>
            </a:r>
            <a:r>
              <a:rPr lang="en-US" sz="2000" dirty="0"/>
              <a:t>. </a:t>
            </a:r>
          </a:p>
          <a:p>
            <a:pPr marL="0" lvl="0" indent="0" algn="just" rtl="0">
              <a:spcBef>
                <a:spcPts val="0"/>
              </a:spcBef>
              <a:spcAft>
                <a:spcPts val="0"/>
              </a:spcAft>
              <a:buSzPts val="1976"/>
              <a:buNone/>
            </a:pPr>
            <a:r>
              <a:rPr lang="en-US" sz="2000" dirty="0"/>
              <a:t>Its purpose is to make working with groups of objects syntactically clearer.</a:t>
            </a:r>
            <a:endParaRPr sz="2000" dirty="0"/>
          </a:p>
        </p:txBody>
      </p:sp>
      <p:sp>
        <p:nvSpPr>
          <p:cNvPr id="167" name="Google Shape;149;p4">
            <a:extLst>
              <a:ext uri="{FF2B5EF4-FFF2-40B4-BE49-F238E27FC236}">
                <a16:creationId xmlns:a16="http://schemas.microsoft.com/office/drawing/2014/main" id="{2D233288-20EB-4F80-846B-351910B43E3A}"/>
              </a:ext>
            </a:extLst>
          </p:cNvPr>
          <p:cNvSpPr txBox="1">
            <a:spLocks/>
          </p:cNvSpPr>
          <p:nvPr/>
        </p:nvSpPr>
        <p:spPr>
          <a:xfrm>
            <a:off x="457200" y="1986049"/>
            <a:ext cx="8229600" cy="2281225"/>
          </a:xfrm>
          <a:prstGeom prst="rect">
            <a:avLst/>
          </a:prstGeom>
          <a:noFill/>
          <a:ln>
            <a:noFill/>
          </a:ln>
        </p:spPr>
        <p:txBody>
          <a:bodyPr spcFirstLastPara="1" wrap="square" lIns="91425" tIns="45700" rIns="91425" bIns="45700" anchor="t" anchorCtr="0">
            <a:normAutofit fontScale="85000" lnSpcReduction="200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Aft>
                <a:spcPts val="600"/>
              </a:spcAft>
              <a:buSzPts val="1976"/>
              <a:buNone/>
            </a:pPr>
            <a:r>
              <a:rPr lang="en-US" sz="2000" dirty="0"/>
              <a:t>// Create a group and add the two cubes.</a:t>
            </a:r>
          </a:p>
          <a:p>
            <a:pPr marL="0" indent="0" algn="just">
              <a:spcAft>
                <a:spcPts val="600"/>
              </a:spcAft>
              <a:buSzPts val="1976"/>
              <a:buNone/>
            </a:pPr>
            <a:r>
              <a:rPr lang="en-US" sz="2000" dirty="0"/>
              <a:t>// These cubes can now be rotated/scaled, etc., as a group.</a:t>
            </a:r>
          </a:p>
          <a:p>
            <a:pPr marL="0" indent="0" algn="just">
              <a:spcAft>
                <a:spcPts val="600"/>
              </a:spcAft>
              <a:buSzPts val="1976"/>
              <a:buNone/>
            </a:pPr>
            <a:r>
              <a:rPr lang="en-US" sz="2000" dirty="0">
                <a:solidFill>
                  <a:srgbClr val="92D050"/>
                </a:solidFill>
              </a:rPr>
              <a:t>const</a:t>
            </a:r>
            <a:r>
              <a:rPr lang="en-US" sz="2000" dirty="0"/>
              <a:t> group = </a:t>
            </a:r>
            <a:r>
              <a:rPr lang="en-US" sz="2000" dirty="0">
                <a:solidFill>
                  <a:srgbClr val="92D050"/>
                </a:solidFill>
              </a:rPr>
              <a:t>new</a:t>
            </a:r>
            <a:r>
              <a:rPr lang="en-US" sz="2000" dirty="0"/>
              <a:t> </a:t>
            </a:r>
            <a:r>
              <a:rPr lang="en-US" sz="2000" dirty="0" err="1">
                <a:solidFill>
                  <a:srgbClr val="FF0000"/>
                </a:solidFill>
              </a:rPr>
              <a:t>THREE</a:t>
            </a:r>
            <a:r>
              <a:rPr lang="en-US" sz="2000" dirty="0" err="1"/>
              <a:t>.</a:t>
            </a:r>
            <a:r>
              <a:rPr lang="en-US" sz="2000" dirty="0" err="1">
                <a:solidFill>
                  <a:srgbClr val="0070C0"/>
                </a:solidFill>
              </a:rPr>
              <a:t>Group</a:t>
            </a:r>
            <a:r>
              <a:rPr lang="en-US" sz="2000" dirty="0"/>
              <a:t>();</a:t>
            </a:r>
          </a:p>
          <a:p>
            <a:pPr marL="0" indent="0" algn="just">
              <a:spcAft>
                <a:spcPts val="600"/>
              </a:spcAft>
              <a:buSzPts val="1976"/>
              <a:buNone/>
            </a:pPr>
            <a:r>
              <a:rPr lang="en-US" sz="2000" dirty="0" err="1"/>
              <a:t>group.</a:t>
            </a:r>
            <a:r>
              <a:rPr lang="en-US" sz="2000" dirty="0" err="1">
                <a:solidFill>
                  <a:srgbClr val="0070C0"/>
                </a:solidFill>
              </a:rPr>
              <a:t>add</a:t>
            </a:r>
            <a:r>
              <a:rPr lang="en-US" sz="2000" dirty="0"/>
              <a:t>( </a:t>
            </a:r>
            <a:r>
              <a:rPr lang="en-US" sz="2000" dirty="0" err="1"/>
              <a:t>meshA</a:t>
            </a:r>
            <a:r>
              <a:rPr lang="en-US" sz="2000" dirty="0"/>
              <a:t> );</a:t>
            </a:r>
          </a:p>
          <a:p>
            <a:pPr marL="0" indent="0" algn="just">
              <a:spcAft>
                <a:spcPts val="600"/>
              </a:spcAft>
              <a:buSzPts val="1976"/>
              <a:buNone/>
            </a:pPr>
            <a:r>
              <a:rPr lang="en-US" sz="2000" dirty="0" err="1"/>
              <a:t>group.</a:t>
            </a:r>
            <a:r>
              <a:rPr lang="en-US" sz="2000" dirty="0" err="1">
                <a:solidFill>
                  <a:srgbClr val="0070C0"/>
                </a:solidFill>
              </a:rPr>
              <a:t>add</a:t>
            </a:r>
            <a:r>
              <a:rPr lang="en-US" sz="2000" dirty="0"/>
              <a:t>( </a:t>
            </a:r>
            <a:r>
              <a:rPr lang="en-US" sz="2000" dirty="0" err="1"/>
              <a:t>meshB</a:t>
            </a:r>
            <a:r>
              <a:rPr lang="en-US" sz="2000" dirty="0"/>
              <a:t> );</a:t>
            </a:r>
          </a:p>
          <a:p>
            <a:pPr marL="0" indent="0" algn="just">
              <a:spcAft>
                <a:spcPts val="600"/>
              </a:spcAft>
              <a:buSzPts val="1976"/>
              <a:buNone/>
            </a:pPr>
            <a:r>
              <a:rPr lang="en-US" sz="2000" dirty="0" err="1"/>
              <a:t>scene.</a:t>
            </a:r>
            <a:r>
              <a:rPr lang="en-US" sz="2000" dirty="0" err="1">
                <a:solidFill>
                  <a:srgbClr val="0070C0"/>
                </a:solidFill>
              </a:rPr>
              <a:t>add</a:t>
            </a:r>
            <a:r>
              <a:rPr lang="en-US" sz="2000" dirty="0"/>
              <a:t>( group );</a:t>
            </a:r>
          </a:p>
        </p:txBody>
      </p:sp>
      <p:sp>
        <p:nvSpPr>
          <p:cNvPr id="9" name="Slide Number Placeholder 8">
            <a:extLst>
              <a:ext uri="{FF2B5EF4-FFF2-40B4-BE49-F238E27FC236}">
                <a16:creationId xmlns:a16="http://schemas.microsoft.com/office/drawing/2014/main" id="{03306FFF-A07B-E7EE-6C56-4789DE2790F0}"/>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spTree>
    <p:extLst>
      <p:ext uri="{BB962C8B-B14F-4D97-AF65-F5344CB8AC3E}">
        <p14:creationId xmlns:p14="http://schemas.microsoft.com/office/powerpoint/2010/main" val="6805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2290E2F4-CDF2-D863-5379-7E9FCFA4B789}"/>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0BA4F1EB-AA41-06E6-5D1A-6054F0FF05C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Hands-On Activity</a:t>
            </a:r>
            <a:br>
              <a:rPr lang="en-US" dirty="0"/>
            </a:br>
            <a:r>
              <a:rPr lang="en-US" dirty="0"/>
              <a:t>How to draw a cat?</a:t>
            </a:r>
            <a:endParaRPr dirty="0"/>
          </a:p>
        </p:txBody>
      </p:sp>
      <p:sp>
        <p:nvSpPr>
          <p:cNvPr id="126" name="Google Shape;126;p2">
            <a:extLst>
              <a:ext uri="{FF2B5EF4-FFF2-40B4-BE49-F238E27FC236}">
                <a16:creationId xmlns:a16="http://schemas.microsoft.com/office/drawing/2014/main" id="{7E066B19-2CAA-F619-0259-06956AB12F1F}"/>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3" name="Slide Number Placeholder 2">
            <a:extLst>
              <a:ext uri="{FF2B5EF4-FFF2-40B4-BE49-F238E27FC236}">
                <a16:creationId xmlns:a16="http://schemas.microsoft.com/office/drawing/2014/main" id="{F2380180-E68C-7A5D-C898-9EE224BD19A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13</a:t>
            </a:fld>
            <a:endParaRPr lang="en-US"/>
          </a:p>
        </p:txBody>
      </p:sp>
    </p:spTree>
    <p:extLst>
      <p:ext uri="{BB962C8B-B14F-4D97-AF65-F5344CB8AC3E}">
        <p14:creationId xmlns:p14="http://schemas.microsoft.com/office/powerpoint/2010/main" val="31303636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CDD8B17D-BC1B-5305-2B6A-B84871E18940}"/>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155C6CB2-62ED-B847-81B2-E3D4D77B373E}"/>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Hands-On Activity</a:t>
            </a:r>
            <a:endParaRPr dirty="0"/>
          </a:p>
        </p:txBody>
      </p:sp>
      <p:sp>
        <p:nvSpPr>
          <p:cNvPr id="138" name="Google Shape;138;p3">
            <a:extLst>
              <a:ext uri="{FF2B5EF4-FFF2-40B4-BE49-F238E27FC236}">
                <a16:creationId xmlns:a16="http://schemas.microsoft.com/office/drawing/2014/main" id="{67C1BDEA-E7F3-D3F4-E05F-088444E4E1D9}"/>
              </a:ext>
            </a:extLst>
          </p:cNvPr>
          <p:cNvSpPr txBox="1">
            <a:spLocks noGrp="1"/>
          </p:cNvSpPr>
          <p:nvPr>
            <p:ph type="body" idx="1"/>
          </p:nvPr>
        </p:nvSpPr>
        <p:spPr>
          <a:xfrm>
            <a:off x="4572000" y="1437968"/>
            <a:ext cx="4504157" cy="3169428"/>
          </a:xfrm>
          <a:prstGeom prst="rect">
            <a:avLst/>
          </a:prstGeom>
          <a:noFill/>
          <a:ln>
            <a:noFill/>
          </a:ln>
        </p:spPr>
        <p:txBody>
          <a:bodyPr spcFirstLastPara="1" wrap="square" lIns="91425" tIns="45700" rIns="91425" bIns="45700" anchor="t" anchorCtr="0">
            <a:normAutofit fontScale="70000" lnSpcReduction="20000"/>
          </a:bodyPr>
          <a:lstStyle/>
          <a:p>
            <a:pPr marL="0" lvl="0" indent="0" algn="just" rtl="0">
              <a:lnSpc>
                <a:spcPct val="150000"/>
              </a:lnSpc>
              <a:spcAft>
                <a:spcPts val="0"/>
              </a:spcAft>
              <a:buClr>
                <a:schemeClr val="accent4">
                  <a:lumMod val="75000"/>
                </a:schemeClr>
              </a:buClr>
              <a:buSzPts val="1976"/>
              <a:buNone/>
            </a:pPr>
            <a:r>
              <a:rPr lang="en-US" sz="2000" b="1" dirty="0"/>
              <a:t>Activity: How to draw a cat?</a:t>
            </a:r>
          </a:p>
          <a:p>
            <a:pPr marL="0" lvl="0" indent="0" algn="just" rtl="0">
              <a:lnSpc>
                <a:spcPct val="150000"/>
              </a:lnSpc>
              <a:spcAft>
                <a:spcPts val="0"/>
              </a:spcAft>
              <a:buClr>
                <a:schemeClr val="accent4">
                  <a:lumMod val="75000"/>
                </a:schemeClr>
              </a:buClr>
              <a:buSzPts val="1976"/>
              <a:buNone/>
            </a:pPr>
            <a:r>
              <a:rPr lang="en-US" sz="2000" dirty="0"/>
              <a:t>In this activity, you are provided with a sample picture of an orange cat.</a:t>
            </a:r>
          </a:p>
          <a:p>
            <a:pPr marL="0" lvl="0" indent="0" algn="just" rtl="0">
              <a:lnSpc>
                <a:spcPct val="150000"/>
              </a:lnSpc>
              <a:spcAft>
                <a:spcPts val="0"/>
              </a:spcAft>
              <a:buClr>
                <a:schemeClr val="accent4">
                  <a:lumMod val="75000"/>
                </a:schemeClr>
              </a:buClr>
              <a:buSzPts val="1976"/>
              <a:buNone/>
            </a:pPr>
            <a:r>
              <a:rPr lang="en-US" sz="2000" dirty="0"/>
              <a:t>Your tasks are:</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Identify the structural characteristics of the cat (i.e., which shapes form the cat’s structure).</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Implementing these shapes in Three.js</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Create a function to group all these shapes and return a single object that represents the cat.</a:t>
            </a:r>
          </a:p>
        </p:txBody>
      </p:sp>
      <p:sp>
        <p:nvSpPr>
          <p:cNvPr id="3" name="Slide Number Placeholder 2">
            <a:extLst>
              <a:ext uri="{FF2B5EF4-FFF2-40B4-BE49-F238E27FC236}">
                <a16:creationId xmlns:a16="http://schemas.microsoft.com/office/drawing/2014/main" id="{CA54DD32-D6F7-029E-7E12-3B12926E55DA}"/>
              </a:ext>
            </a:extLst>
          </p:cNvPr>
          <p:cNvSpPr>
            <a:spLocks noGrp="1"/>
          </p:cNvSpPr>
          <p:nvPr>
            <p:ph type="sldNum" idx="12"/>
          </p:nvPr>
        </p:nvSpPr>
        <p:spPr/>
        <p:txBody>
          <a:bodyPr/>
          <a:lstStyle/>
          <a:p>
            <a:pPr marL="0" lvl="0" indent="0" algn="r" rtl="0">
              <a:spcBef>
                <a:spcPts val="0"/>
              </a:spcBef>
              <a:spcAft>
                <a:spcPts val="0"/>
              </a:spcAft>
              <a:buNone/>
            </a:pPr>
            <a:endParaRPr lang="en-US"/>
          </a:p>
        </p:txBody>
      </p:sp>
      <p:pic>
        <p:nvPicPr>
          <p:cNvPr id="4" name="Picture 3">
            <a:extLst>
              <a:ext uri="{FF2B5EF4-FFF2-40B4-BE49-F238E27FC236}">
                <a16:creationId xmlns:a16="http://schemas.microsoft.com/office/drawing/2014/main" id="{D415DAC1-934D-DB5F-23F1-11EE3466FA9B}"/>
              </a:ext>
            </a:extLst>
          </p:cNvPr>
          <p:cNvPicPr>
            <a:picLocks noChangeAspect="1"/>
          </p:cNvPicPr>
          <p:nvPr/>
        </p:nvPicPr>
        <p:blipFill>
          <a:blip r:embed="rId3"/>
          <a:stretch>
            <a:fillRect/>
          </a:stretch>
        </p:blipFill>
        <p:spPr>
          <a:xfrm>
            <a:off x="415905" y="1556872"/>
            <a:ext cx="4006659" cy="3050524"/>
          </a:xfrm>
          <a:prstGeom prst="rect">
            <a:avLst/>
          </a:prstGeom>
        </p:spPr>
      </p:pic>
    </p:spTree>
    <p:extLst>
      <p:ext uri="{BB962C8B-B14F-4D97-AF65-F5344CB8AC3E}">
        <p14:creationId xmlns:p14="http://schemas.microsoft.com/office/powerpoint/2010/main" val="1906935129"/>
      </p:ext>
    </p:extLst>
  </p:cSld>
  <p:clrMapOvr>
    <a:masterClrMapping/>
  </p:clrMapOvr>
</p:sld>
</file>

<file path=ppt/theme/theme1.xml><?xml version="1.0" encoding="utf-8"?>
<a:theme xmlns:a="http://schemas.openxmlformats.org/drawingml/2006/main" name="Origin">
  <a:themeElements>
    <a:clrScheme name="Origin">
      <a:dk1>
        <a:srgbClr val="000000"/>
      </a:dk1>
      <a:lt1>
        <a:srgbClr val="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2781</TotalTime>
  <Words>2910</Words>
  <Application>Microsoft Office PowerPoint</Application>
  <PresentationFormat>On-screen Show (4:3)</PresentationFormat>
  <Paragraphs>205</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Bookman Old Style</vt:lpstr>
      <vt:lpstr>Arial</vt:lpstr>
      <vt:lpstr>Calibri</vt:lpstr>
      <vt:lpstr>Cambria</vt:lpstr>
      <vt:lpstr>Gill Sans</vt:lpstr>
      <vt:lpstr>Wingdings</vt:lpstr>
      <vt:lpstr>Noto Sans Symbols</vt:lpstr>
      <vt:lpstr>Origin</vt:lpstr>
      <vt:lpstr>CTE 2059 - Computer Graphic Lecture 1 – Scene &amp; Primitives</vt:lpstr>
      <vt:lpstr>Outline</vt:lpstr>
      <vt:lpstr>Getting Started</vt:lpstr>
      <vt:lpstr>Installation</vt:lpstr>
      <vt:lpstr>How to run the code?</vt:lpstr>
      <vt:lpstr>Fundamentals</vt:lpstr>
      <vt:lpstr>Structure of a Three.js app</vt:lpstr>
      <vt:lpstr>“Hello Cube” Setup</vt:lpstr>
      <vt:lpstr>Structure of a Three.js app</vt:lpstr>
      <vt:lpstr>Primitives</vt:lpstr>
      <vt:lpstr>Creating a 3D object</vt:lpstr>
      <vt:lpstr>Some commonly used Primitives</vt:lpstr>
      <vt:lpstr>Grouping &amp; Hierarchy</vt:lpstr>
      <vt:lpstr>Hands-On Activity How to draw a cat?</vt:lpstr>
      <vt:lpstr>Hands-On Activity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Khoi Nguyen Le</dc:creator>
  <cp:lastModifiedBy>Austin Nguyen (HKO - CORPIT - ITO - CTO)</cp:lastModifiedBy>
  <cp:revision>42</cp:revision>
  <dcterms:created xsi:type="dcterms:W3CDTF">2012-10-11T13:47:11Z</dcterms:created>
  <dcterms:modified xsi:type="dcterms:W3CDTF">2026-03-13T04:58:49Z</dcterms:modified>
</cp:coreProperties>
</file>